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12"/>
  </p:notesMasterIdLst>
  <p:sldIdLst>
    <p:sldId id="256" r:id="rId2"/>
    <p:sldId id="297" r:id="rId3"/>
    <p:sldId id="260" r:id="rId4"/>
    <p:sldId id="299" r:id="rId5"/>
    <p:sldId id="258" r:id="rId6"/>
    <p:sldId id="261" r:id="rId7"/>
    <p:sldId id="268" r:id="rId8"/>
    <p:sldId id="265" r:id="rId9"/>
    <p:sldId id="275" r:id="rId10"/>
    <p:sldId id="300" r:id="rId11"/>
  </p:sldIdLst>
  <p:sldSz cx="9144000" cy="5143500" type="screen16x9"/>
  <p:notesSz cx="6858000" cy="9144000"/>
  <p:embeddedFontLst>
    <p:embeddedFont>
      <p:font typeface="Alegreya Sans" panose="020B0604020202020204" charset="0"/>
      <p:regular r:id="rId13"/>
      <p:bold r:id="rId14"/>
      <p:italic r:id="rId15"/>
      <p:boldItalic r:id="rId16"/>
    </p:embeddedFont>
    <p:embeddedFont>
      <p:font typeface="Alegreya Sans Medium" panose="020B0604020202020204" charset="0"/>
      <p:regular r:id="rId17"/>
      <p:bold r:id="rId18"/>
      <p:italic r:id="rId19"/>
      <p:boldItalic r:id="rId20"/>
    </p:embeddedFont>
    <p:embeddedFont>
      <p:font typeface="EB Garamond" panose="00000500000000000000" pitchFamily="2" charset="0"/>
      <p:regular r:id="rId21"/>
      <p:bold r:id="rId22"/>
      <p:italic r:id="rId23"/>
      <p:boldItalic r:id="rId24"/>
    </p:embeddedFont>
    <p:embeddedFont>
      <p:font typeface="EB Garamond SemiBold" panose="00000700000000000000" pitchFamily="2" charset="0"/>
      <p:regular r:id="rId25"/>
      <p:bold r:id="rId26"/>
      <p:italic r:id="rId27"/>
      <p:boldItalic r:id="rId28"/>
    </p:embeddedFont>
    <p:embeddedFont>
      <p:font typeface="Nunito Light" pitchFamily="2" charset="0"/>
      <p:regular r:id="rId29"/>
      <p: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CA0DD81-97BB-400E-8ECB-E7FF095DC45A}">
  <a:tblStyle styleId="{4CA0DD81-97BB-400E-8ECB-E7FF095DC45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4F3A4DA-DA19-407F-8805-0C598CFBEFEB}"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7" autoAdjust="0"/>
    <p:restoredTop sz="86423" autoAdjust="0"/>
  </p:normalViewPr>
  <p:slideViewPr>
    <p:cSldViewPr snapToGrid="0">
      <p:cViewPr varScale="1">
        <p:scale>
          <a:sx n="65" d="100"/>
          <a:sy n="65" d="100"/>
        </p:scale>
        <p:origin x="168" y="6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6" d="100"/>
          <a:sy n="86" d="100"/>
        </p:scale>
        <p:origin x="3864"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font" Target="fonts/font18.fntdata"/><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i Venter" userId="bfc17349d1a63750" providerId="LiveId" clId="{4FA3B1FB-C16D-409D-875C-B1E823D7AB2D}"/>
    <pc:docChg chg="undo redo custSel addSld delSld modSld delMainMaster">
      <pc:chgData name="Carli Venter" userId="bfc17349d1a63750" providerId="LiveId" clId="{4FA3B1FB-C16D-409D-875C-B1E823D7AB2D}" dt="2025-11-09T06:43:26.968" v="7626" actId="113"/>
      <pc:docMkLst>
        <pc:docMk/>
      </pc:docMkLst>
      <pc:sldChg chg="addSp delSp modSp mod addAnim delAnim modAnim modNotes modNotesTx">
        <pc:chgData name="Carli Venter" userId="bfc17349d1a63750" providerId="LiveId" clId="{4FA3B1FB-C16D-409D-875C-B1E823D7AB2D}" dt="2025-11-07T16:59:24.430" v="7557" actId="20577"/>
        <pc:sldMkLst>
          <pc:docMk/>
          <pc:sldMk cId="0" sldId="256"/>
        </pc:sldMkLst>
        <pc:spChg chg="add mod">
          <ac:chgData name="Carli Venter" userId="bfc17349d1a63750" providerId="LiveId" clId="{4FA3B1FB-C16D-409D-875C-B1E823D7AB2D}" dt="2025-11-07T15:06:05.420" v="6018" actId="1076"/>
          <ac:spMkLst>
            <pc:docMk/>
            <pc:sldMk cId="0" sldId="256"/>
            <ac:spMk id="6" creationId="{4EE38351-457B-E03A-B79C-60A7821D205E}"/>
          </ac:spMkLst>
        </pc:spChg>
        <pc:spChg chg="add mod">
          <ac:chgData name="Carli Venter" userId="bfc17349d1a63750" providerId="LiveId" clId="{4FA3B1FB-C16D-409D-875C-B1E823D7AB2D}" dt="2025-11-07T15:06:05.420" v="6018" actId="1076"/>
          <ac:spMkLst>
            <pc:docMk/>
            <pc:sldMk cId="0" sldId="256"/>
            <ac:spMk id="9" creationId="{03B9679E-8D49-5888-DE21-ED45CAAA644E}"/>
          </ac:spMkLst>
        </pc:spChg>
        <pc:spChg chg="add mod">
          <ac:chgData name="Carli Venter" userId="bfc17349d1a63750" providerId="LiveId" clId="{4FA3B1FB-C16D-409D-875C-B1E823D7AB2D}" dt="2025-11-07T15:06:05.420" v="6018" actId="1076"/>
          <ac:spMkLst>
            <pc:docMk/>
            <pc:sldMk cId="0" sldId="256"/>
            <ac:spMk id="11" creationId="{30C4798D-D6CC-248E-2CFA-BDD2575E5D58}"/>
          </ac:spMkLst>
        </pc:spChg>
        <pc:spChg chg="add mod">
          <ac:chgData name="Carli Venter" userId="bfc17349d1a63750" providerId="LiveId" clId="{4FA3B1FB-C16D-409D-875C-B1E823D7AB2D}" dt="2025-11-07T10:33:10.978" v="4306" actId="1037"/>
          <ac:spMkLst>
            <pc:docMk/>
            <pc:sldMk cId="0" sldId="256"/>
            <ac:spMk id="15" creationId="{0B115E49-5C23-B6F5-9573-C83EC20DCAEC}"/>
          </ac:spMkLst>
        </pc:spChg>
        <pc:spChg chg="mod">
          <ac:chgData name="Carli Venter" userId="bfc17349d1a63750" providerId="LiveId" clId="{4FA3B1FB-C16D-409D-875C-B1E823D7AB2D}" dt="2025-11-07T08:03:30.969" v="1666" actId="207"/>
          <ac:spMkLst>
            <pc:docMk/>
            <pc:sldMk cId="0" sldId="256"/>
            <ac:spMk id="204" creationId="{00000000-0000-0000-0000-000000000000}"/>
          </ac:spMkLst>
        </pc:spChg>
        <pc:spChg chg="mod">
          <ac:chgData name="Carli Venter" userId="bfc17349d1a63750" providerId="LiveId" clId="{4FA3B1FB-C16D-409D-875C-B1E823D7AB2D}" dt="2025-11-07T08:05:35.654" v="1688" actId="114"/>
          <ac:spMkLst>
            <pc:docMk/>
            <pc:sldMk cId="0" sldId="256"/>
            <ac:spMk id="205" creationId="{00000000-0000-0000-0000-000000000000}"/>
          </ac:spMkLst>
        </pc:spChg>
        <pc:picChg chg="add mod">
          <ac:chgData name="Carli Venter" userId="bfc17349d1a63750" providerId="LiveId" clId="{4FA3B1FB-C16D-409D-875C-B1E823D7AB2D}" dt="2025-11-07T15:06:05.420" v="6018" actId="1076"/>
          <ac:picMkLst>
            <pc:docMk/>
            <pc:sldMk cId="0" sldId="256"/>
            <ac:picMk id="3" creationId="{87EA3D36-2405-1C2F-D212-8E76CA518463}"/>
          </ac:picMkLst>
        </pc:picChg>
        <pc:picChg chg="add mod">
          <ac:chgData name="Carli Venter" userId="bfc17349d1a63750" providerId="LiveId" clId="{4FA3B1FB-C16D-409D-875C-B1E823D7AB2D}" dt="2025-11-07T15:06:05.420" v="6018" actId="1076"/>
          <ac:picMkLst>
            <pc:docMk/>
            <pc:sldMk cId="0" sldId="256"/>
            <ac:picMk id="4" creationId="{555E9D63-09DD-DF4E-C033-CDB2F6D74ED4}"/>
          </ac:picMkLst>
        </pc:picChg>
        <pc:picChg chg="add mod">
          <ac:chgData name="Carli Venter" userId="bfc17349d1a63750" providerId="LiveId" clId="{4FA3B1FB-C16D-409D-875C-B1E823D7AB2D}" dt="2025-11-07T15:06:05.420" v="6018" actId="1076"/>
          <ac:picMkLst>
            <pc:docMk/>
            <pc:sldMk cId="0" sldId="256"/>
            <ac:picMk id="5" creationId="{FD97C78C-B0EE-D353-B20F-FD7B7216CA38}"/>
          </ac:picMkLst>
        </pc:picChg>
        <pc:picChg chg="add mod">
          <ac:chgData name="Carli Venter" userId="bfc17349d1a63750" providerId="LiveId" clId="{4FA3B1FB-C16D-409D-875C-B1E823D7AB2D}" dt="2025-11-07T15:06:05.420" v="6018" actId="1076"/>
          <ac:picMkLst>
            <pc:docMk/>
            <pc:sldMk cId="0" sldId="256"/>
            <ac:picMk id="13" creationId="{774D5058-ED40-433F-C267-3A7395BC88E0}"/>
          </ac:picMkLst>
        </pc:picChg>
        <pc:picChg chg="add mod">
          <ac:chgData name="Carli Venter" userId="bfc17349d1a63750" providerId="LiveId" clId="{4FA3B1FB-C16D-409D-875C-B1E823D7AB2D}" dt="2025-11-07T15:06:05.420" v="6018" actId="1076"/>
          <ac:picMkLst>
            <pc:docMk/>
            <pc:sldMk cId="0" sldId="256"/>
            <ac:picMk id="18" creationId="{640EA37E-96D9-D584-3963-E8D7CED8A02B}"/>
          </ac:picMkLst>
        </pc:picChg>
      </pc:sldChg>
      <pc:sldChg chg="addSp delSp modSp add mod addAnim delAnim modAnim modNotesTx">
        <pc:chgData name="Carli Venter" userId="bfc17349d1a63750" providerId="LiveId" clId="{4FA3B1FB-C16D-409D-875C-B1E823D7AB2D}" dt="2025-11-07T17:03:36.724" v="7573" actId="113"/>
        <pc:sldMkLst>
          <pc:docMk/>
          <pc:sldMk cId="0" sldId="258"/>
        </pc:sldMkLst>
        <pc:spChg chg="add mod">
          <ac:chgData name="Carli Venter" userId="bfc17349d1a63750" providerId="LiveId" clId="{4FA3B1FB-C16D-409D-875C-B1E823D7AB2D}" dt="2025-11-07T14:48:12.159" v="5758"/>
          <ac:spMkLst>
            <pc:docMk/>
            <pc:sldMk cId="0" sldId="258"/>
            <ac:spMk id="18" creationId="{B646D90A-3E0F-A651-315D-3040235E63CE}"/>
          </ac:spMkLst>
        </pc:spChg>
        <pc:spChg chg="add mod">
          <ac:chgData name="Carli Venter" userId="bfc17349d1a63750" providerId="LiveId" clId="{4FA3B1FB-C16D-409D-875C-B1E823D7AB2D}" dt="2025-11-07T14:15:12.975" v="5285" actId="1076"/>
          <ac:spMkLst>
            <pc:docMk/>
            <pc:sldMk cId="0" sldId="258"/>
            <ac:spMk id="38" creationId="{AB2BCCA1-1B1C-1CA0-AD32-FD9EFC208C9A}"/>
          </ac:spMkLst>
        </pc:spChg>
        <pc:spChg chg="add mod">
          <ac:chgData name="Carli Venter" userId="bfc17349d1a63750" providerId="LiveId" clId="{4FA3B1FB-C16D-409D-875C-B1E823D7AB2D}" dt="2025-11-07T14:15:16.255" v="5286" actId="1076"/>
          <ac:spMkLst>
            <pc:docMk/>
            <pc:sldMk cId="0" sldId="258"/>
            <ac:spMk id="42" creationId="{F386871D-D568-AEFE-C82A-B2D210E61B08}"/>
          </ac:spMkLst>
        </pc:spChg>
        <pc:spChg chg="add mod">
          <ac:chgData name="Carli Venter" userId="bfc17349d1a63750" providerId="LiveId" clId="{4FA3B1FB-C16D-409D-875C-B1E823D7AB2D}" dt="2025-11-07T10:29:49.437" v="4035" actId="14100"/>
          <ac:spMkLst>
            <pc:docMk/>
            <pc:sldMk cId="0" sldId="258"/>
            <ac:spMk id="49" creationId="{387236CD-25EE-22AE-8C47-8EE4DBE9453C}"/>
          </ac:spMkLst>
        </pc:spChg>
        <pc:picChg chg="add mod">
          <ac:chgData name="Carli Venter" userId="bfc17349d1a63750" providerId="LiveId" clId="{4FA3B1FB-C16D-409D-875C-B1E823D7AB2D}" dt="2025-11-07T15:21:54.327" v="6320" actId="1076"/>
          <ac:picMkLst>
            <pc:docMk/>
            <pc:sldMk cId="0" sldId="258"/>
            <ac:picMk id="3" creationId="{950C6580-92CB-5119-B7FB-B513093CB3A5}"/>
          </ac:picMkLst>
        </pc:picChg>
        <pc:picChg chg="add mod">
          <ac:chgData name="Carli Venter" userId="bfc17349d1a63750" providerId="LiveId" clId="{4FA3B1FB-C16D-409D-875C-B1E823D7AB2D}" dt="2025-11-07T15:22:28.315" v="6326" actId="1076"/>
          <ac:picMkLst>
            <pc:docMk/>
            <pc:sldMk cId="0" sldId="258"/>
            <ac:picMk id="9" creationId="{084F787A-DD08-651D-EA8B-D6BB45C8215D}"/>
          </ac:picMkLst>
        </pc:picChg>
        <pc:picChg chg="add mod">
          <ac:chgData name="Carli Venter" userId="bfc17349d1a63750" providerId="LiveId" clId="{4FA3B1FB-C16D-409D-875C-B1E823D7AB2D}" dt="2025-11-07T15:25:12.340" v="6346" actId="1076"/>
          <ac:picMkLst>
            <pc:docMk/>
            <pc:sldMk cId="0" sldId="258"/>
            <ac:picMk id="13" creationId="{68409838-8C67-8944-27B3-E34DE92CCC9E}"/>
          </ac:picMkLst>
        </pc:picChg>
        <pc:picChg chg="add mod">
          <ac:chgData name="Carli Venter" userId="bfc17349d1a63750" providerId="LiveId" clId="{4FA3B1FB-C16D-409D-875C-B1E823D7AB2D}" dt="2025-11-07T14:23:32.816" v="5391" actId="1076"/>
          <ac:picMkLst>
            <pc:docMk/>
            <pc:sldMk cId="0" sldId="258"/>
            <ac:picMk id="17" creationId="{DA2B385F-49FF-5D4B-964C-295681D58B62}"/>
          </ac:picMkLst>
        </pc:picChg>
        <pc:picChg chg="add mod">
          <ac:chgData name="Carli Venter" userId="bfc17349d1a63750" providerId="LiveId" clId="{4FA3B1FB-C16D-409D-875C-B1E823D7AB2D}" dt="2025-11-07T15:25:11.147" v="6345" actId="1076"/>
          <ac:picMkLst>
            <pc:docMk/>
            <pc:sldMk cId="0" sldId="258"/>
            <ac:picMk id="20" creationId="{32B8C504-3876-D8AB-A616-46AF8F5BFFBF}"/>
          </ac:picMkLst>
        </pc:picChg>
        <pc:picChg chg="add mod">
          <ac:chgData name="Carli Venter" userId="bfc17349d1a63750" providerId="LiveId" clId="{4FA3B1FB-C16D-409D-875C-B1E823D7AB2D}" dt="2025-11-07T15:26:08.160" v="6357" actId="1076"/>
          <ac:picMkLst>
            <pc:docMk/>
            <pc:sldMk cId="0" sldId="258"/>
            <ac:picMk id="46" creationId="{3D841EE4-A394-B940-779D-68C2DD101584}"/>
          </ac:picMkLst>
        </pc:picChg>
        <pc:picChg chg="add del mod">
          <ac:chgData name="Carli Venter" userId="bfc17349d1a63750" providerId="LiveId" clId="{4FA3B1FB-C16D-409D-875C-B1E823D7AB2D}" dt="2025-11-07T14:22:24.239" v="5364" actId="1076"/>
          <ac:picMkLst>
            <pc:docMk/>
            <pc:sldMk cId="0" sldId="258"/>
            <ac:picMk id="234" creationId="{00000000-0000-0000-0000-000000000000}"/>
          </ac:picMkLst>
        </pc:picChg>
      </pc:sldChg>
      <pc:sldChg chg="addSp delSp modSp mod addAnim delAnim modAnim modNotesTx">
        <pc:chgData name="Carli Venter" userId="bfc17349d1a63750" providerId="LiveId" clId="{4FA3B1FB-C16D-409D-875C-B1E823D7AB2D}" dt="2025-11-07T16:34:34.337" v="7167" actId="20577"/>
        <pc:sldMkLst>
          <pc:docMk/>
          <pc:sldMk cId="0" sldId="260"/>
        </pc:sldMkLst>
        <pc:spChg chg="add mod">
          <ac:chgData name="Carli Venter" userId="bfc17349d1a63750" providerId="LiveId" clId="{4FA3B1FB-C16D-409D-875C-B1E823D7AB2D}" dt="2025-11-07T13:47:52.346" v="5069" actId="1037"/>
          <ac:spMkLst>
            <pc:docMk/>
            <pc:sldMk cId="0" sldId="260"/>
            <ac:spMk id="2" creationId="{7F150B8D-5471-328C-78E6-996751D9CB1C}"/>
          </ac:spMkLst>
        </pc:spChg>
        <pc:spChg chg="add mod">
          <ac:chgData name="Carli Venter" userId="bfc17349d1a63750" providerId="LiveId" clId="{4FA3B1FB-C16D-409D-875C-B1E823D7AB2D}" dt="2025-11-07T15:10:32.810" v="6136" actId="1035"/>
          <ac:spMkLst>
            <pc:docMk/>
            <pc:sldMk cId="0" sldId="260"/>
            <ac:spMk id="3" creationId="{2F329B89-590A-BE77-E090-415D218BB45D}"/>
          </ac:spMkLst>
        </pc:spChg>
        <pc:spChg chg="mod">
          <ac:chgData name="Carli Venter" userId="bfc17349d1a63750" providerId="LiveId" clId="{4FA3B1FB-C16D-409D-875C-B1E823D7AB2D}" dt="2025-11-07T16:33:42.248" v="7142" actId="20577"/>
          <ac:spMkLst>
            <pc:docMk/>
            <pc:sldMk cId="0" sldId="260"/>
            <ac:spMk id="8" creationId="{8E06C054-283E-B246-4CAC-B9163FB9F711}"/>
          </ac:spMkLst>
        </pc:spChg>
        <pc:spChg chg="mod">
          <ac:chgData name="Carli Venter" userId="bfc17349d1a63750" providerId="LiveId" clId="{4FA3B1FB-C16D-409D-875C-B1E823D7AB2D}" dt="2025-11-07T15:10:32.810" v="6136" actId="1035"/>
          <ac:spMkLst>
            <pc:docMk/>
            <pc:sldMk cId="0" sldId="260"/>
            <ac:spMk id="9" creationId="{7D23EABA-1E8C-6F5B-3271-FF8CAB8FC292}"/>
          </ac:spMkLst>
        </pc:spChg>
        <pc:spChg chg="add mod ord">
          <ac:chgData name="Carli Venter" userId="bfc17349d1a63750" providerId="LiveId" clId="{4FA3B1FB-C16D-409D-875C-B1E823D7AB2D}" dt="2025-11-07T13:29:15.769" v="4670" actId="255"/>
          <ac:spMkLst>
            <pc:docMk/>
            <pc:sldMk cId="0" sldId="260"/>
            <ac:spMk id="11" creationId="{B16D378F-E63B-F477-F8CB-CC6FBE1249B2}"/>
          </ac:spMkLst>
        </pc:spChg>
        <pc:spChg chg="add del mod">
          <ac:chgData name="Carli Venter" userId="bfc17349d1a63750" providerId="LiveId" clId="{4FA3B1FB-C16D-409D-875C-B1E823D7AB2D}" dt="2025-11-07T15:10:44.013" v="6138" actId="1076"/>
          <ac:spMkLst>
            <pc:docMk/>
            <pc:sldMk cId="0" sldId="260"/>
            <ac:spMk id="14" creationId="{D1BB53F6-241A-290E-1994-AC6C56C08555}"/>
          </ac:spMkLst>
        </pc:spChg>
        <pc:spChg chg="add mod">
          <ac:chgData name="Carli Venter" userId="bfc17349d1a63750" providerId="LiveId" clId="{4FA3B1FB-C16D-409D-875C-B1E823D7AB2D}" dt="2025-11-07T10:31:46.745" v="4173" actId="14100"/>
          <ac:spMkLst>
            <pc:docMk/>
            <pc:sldMk cId="0" sldId="260"/>
            <ac:spMk id="16" creationId="{F6F4762F-D18D-7A07-609D-962512DE07A1}"/>
          </ac:spMkLst>
        </pc:spChg>
        <pc:picChg chg="add mod">
          <ac:chgData name="Carli Venter" userId="bfc17349d1a63750" providerId="LiveId" clId="{4FA3B1FB-C16D-409D-875C-B1E823D7AB2D}" dt="2025-11-07T15:10:32.810" v="6136" actId="1035"/>
          <ac:picMkLst>
            <pc:docMk/>
            <pc:sldMk cId="0" sldId="260"/>
            <ac:picMk id="10" creationId="{C92DE3B6-073C-760C-1DF2-8BABE9C65A09}"/>
          </ac:picMkLst>
        </pc:picChg>
        <pc:picChg chg="add mod">
          <ac:chgData name="Carli Venter" userId="bfc17349d1a63750" providerId="LiveId" clId="{4FA3B1FB-C16D-409D-875C-B1E823D7AB2D}" dt="2025-11-07T13:47:30.456" v="5064" actId="1076"/>
          <ac:picMkLst>
            <pc:docMk/>
            <pc:sldMk cId="0" sldId="260"/>
            <ac:picMk id="13" creationId="{1C31B02A-3266-7F07-423E-F9718A18B3C4}"/>
          </ac:picMkLst>
        </pc:picChg>
        <pc:picChg chg="add mod">
          <ac:chgData name="Carli Venter" userId="bfc17349d1a63750" providerId="LiveId" clId="{4FA3B1FB-C16D-409D-875C-B1E823D7AB2D}" dt="2025-11-07T15:10:46.063" v="6139" actId="1076"/>
          <ac:picMkLst>
            <pc:docMk/>
            <pc:sldMk cId="0" sldId="260"/>
            <ac:picMk id="17" creationId="{FE06D0AA-6230-E265-5255-D4E0B7C9F296}"/>
          </ac:picMkLst>
        </pc:picChg>
        <pc:picChg chg="add mod">
          <ac:chgData name="Carli Venter" userId="bfc17349d1a63750" providerId="LiveId" clId="{4FA3B1FB-C16D-409D-875C-B1E823D7AB2D}" dt="2025-11-07T15:10:42.599" v="6137" actId="1076"/>
          <ac:picMkLst>
            <pc:docMk/>
            <pc:sldMk cId="0" sldId="260"/>
            <ac:picMk id="19" creationId="{0AD13568-45B1-AF03-CBB4-03EEDF3FC342}"/>
          </ac:picMkLst>
        </pc:picChg>
      </pc:sldChg>
      <pc:sldChg chg="addSp delSp modSp add mod addAnim delAnim modAnim modNotes modNotesTx">
        <pc:chgData name="Carli Venter" userId="bfc17349d1a63750" providerId="LiveId" clId="{4FA3B1FB-C16D-409D-875C-B1E823D7AB2D}" dt="2025-11-09T06:43:26.968" v="7626" actId="113"/>
        <pc:sldMkLst>
          <pc:docMk/>
          <pc:sldMk cId="0" sldId="261"/>
        </pc:sldMkLst>
        <pc:spChg chg="add mod">
          <ac:chgData name="Carli Venter" userId="bfc17349d1a63750" providerId="LiveId" clId="{4FA3B1FB-C16D-409D-875C-B1E823D7AB2D}" dt="2025-11-07T13:19:25.047" v="4630" actId="2711"/>
          <ac:spMkLst>
            <pc:docMk/>
            <pc:sldMk cId="0" sldId="261"/>
            <ac:spMk id="13" creationId="{832D892B-108D-A05B-E034-F9CBFB9E4E5F}"/>
          </ac:spMkLst>
        </pc:spChg>
        <pc:spChg chg="add mod">
          <ac:chgData name="Carli Venter" userId="bfc17349d1a63750" providerId="LiveId" clId="{4FA3B1FB-C16D-409D-875C-B1E823D7AB2D}" dt="2025-11-07T14:20:53.784" v="5344" actId="14861"/>
          <ac:spMkLst>
            <pc:docMk/>
            <pc:sldMk cId="0" sldId="261"/>
            <ac:spMk id="15" creationId="{F2502BFC-68B2-FF45-6DAF-02C55DB99FFF}"/>
          </ac:spMkLst>
        </pc:spChg>
        <pc:spChg chg="add mod">
          <ac:chgData name="Carli Venter" userId="bfc17349d1a63750" providerId="LiveId" clId="{4FA3B1FB-C16D-409D-875C-B1E823D7AB2D}" dt="2025-11-07T14:20:55.938" v="5346" actId="14861"/>
          <ac:spMkLst>
            <pc:docMk/>
            <pc:sldMk cId="0" sldId="261"/>
            <ac:spMk id="17" creationId="{12B4761F-BC13-E403-2697-E7A062AD9D01}"/>
          </ac:spMkLst>
        </pc:spChg>
        <pc:spChg chg="add mod">
          <ac:chgData name="Carli Venter" userId="bfc17349d1a63750" providerId="LiveId" clId="{4FA3B1FB-C16D-409D-875C-B1E823D7AB2D}" dt="2025-11-07T05:34:34.806" v="276" actId="1582"/>
          <ac:spMkLst>
            <pc:docMk/>
            <pc:sldMk cId="0" sldId="261"/>
            <ac:spMk id="18" creationId="{13B8D262-DDE4-7A9D-E1FC-151992229E09}"/>
          </ac:spMkLst>
        </pc:spChg>
        <pc:spChg chg="add mod">
          <ac:chgData name="Carli Venter" userId="bfc17349d1a63750" providerId="LiveId" clId="{4FA3B1FB-C16D-409D-875C-B1E823D7AB2D}" dt="2025-11-07T15:36:52.477" v="6434" actId="1076"/>
          <ac:spMkLst>
            <pc:docMk/>
            <pc:sldMk cId="0" sldId="261"/>
            <ac:spMk id="19" creationId="{35CD5282-943B-C632-66CA-07A790BCE479}"/>
          </ac:spMkLst>
        </pc:spChg>
        <pc:spChg chg="add mod">
          <ac:chgData name="Carli Venter" userId="bfc17349d1a63750" providerId="LiveId" clId="{4FA3B1FB-C16D-409D-875C-B1E823D7AB2D}" dt="2025-11-07T14:50:19.724" v="5779" actId="207"/>
          <ac:spMkLst>
            <pc:docMk/>
            <pc:sldMk cId="0" sldId="261"/>
            <ac:spMk id="45" creationId="{2BBDD281-FFB5-2A83-6FF7-14B577DF3927}"/>
          </ac:spMkLst>
        </pc:spChg>
        <pc:spChg chg="add mod">
          <ac:chgData name="Carli Venter" userId="bfc17349d1a63750" providerId="LiveId" clId="{4FA3B1FB-C16D-409D-875C-B1E823D7AB2D}" dt="2025-11-07T14:50:23.479" v="5781" actId="207"/>
          <ac:spMkLst>
            <pc:docMk/>
            <pc:sldMk cId="0" sldId="261"/>
            <ac:spMk id="47" creationId="{3528A50F-40E8-7E75-ED3E-01DE89F68091}"/>
          </ac:spMkLst>
        </pc:spChg>
        <pc:spChg chg="add mod">
          <ac:chgData name="Carli Venter" userId="bfc17349d1a63750" providerId="LiveId" clId="{4FA3B1FB-C16D-409D-875C-B1E823D7AB2D}" dt="2025-11-07T14:50:21.613" v="5780" actId="207"/>
          <ac:spMkLst>
            <pc:docMk/>
            <pc:sldMk cId="0" sldId="261"/>
            <ac:spMk id="49" creationId="{EFAFEE99-EB88-8190-BA7F-4220B1A782D4}"/>
          </ac:spMkLst>
        </pc:spChg>
        <pc:spChg chg="add mod">
          <ac:chgData name="Carli Venter" userId="bfc17349d1a63750" providerId="LiveId" clId="{4FA3B1FB-C16D-409D-875C-B1E823D7AB2D}" dt="2025-11-07T14:50:25.157" v="5782" actId="207"/>
          <ac:spMkLst>
            <pc:docMk/>
            <pc:sldMk cId="0" sldId="261"/>
            <ac:spMk id="51" creationId="{A502A692-2D2F-1C97-2FEC-8F9D0045CFEB}"/>
          </ac:spMkLst>
        </pc:spChg>
        <pc:spChg chg="add del mod ord">
          <ac:chgData name="Carli Venter" userId="bfc17349d1a63750" providerId="LiveId" clId="{4FA3B1FB-C16D-409D-875C-B1E823D7AB2D}" dt="2025-11-07T14:23:54.637" v="5395" actId="14100"/>
          <ac:spMkLst>
            <pc:docMk/>
            <pc:sldMk cId="0" sldId="261"/>
            <ac:spMk id="52" creationId="{90C8AF83-E370-6CAD-F49B-8EAC7F7F1FD7}"/>
          </ac:spMkLst>
        </pc:spChg>
        <pc:spChg chg="add mod">
          <ac:chgData name="Carli Venter" userId="bfc17349d1a63750" providerId="LiveId" clId="{4FA3B1FB-C16D-409D-875C-B1E823D7AB2D}" dt="2025-11-07T14:23:27.958" v="5383" actId="1035"/>
          <ac:spMkLst>
            <pc:docMk/>
            <pc:sldMk cId="0" sldId="261"/>
            <ac:spMk id="59" creationId="{9C8C342C-DCAE-34AD-D392-F16D70D63574}"/>
          </ac:spMkLst>
        </pc:spChg>
        <pc:picChg chg="add mod">
          <ac:chgData name="Carli Venter" userId="bfc17349d1a63750" providerId="LiveId" clId="{4FA3B1FB-C16D-409D-875C-B1E823D7AB2D}" dt="2025-11-07T14:21:54.180" v="5357" actId="1076"/>
          <ac:picMkLst>
            <pc:docMk/>
            <pc:sldMk cId="0" sldId="261"/>
            <ac:picMk id="3" creationId="{6C329286-E9CD-E6DA-45A7-33FA7298B07B}"/>
          </ac:picMkLst>
        </pc:picChg>
        <pc:picChg chg="add mod">
          <ac:chgData name="Carli Venter" userId="bfc17349d1a63750" providerId="LiveId" clId="{4FA3B1FB-C16D-409D-875C-B1E823D7AB2D}" dt="2025-11-07T14:22:16.524" v="5363" actId="1076"/>
          <ac:picMkLst>
            <pc:docMk/>
            <pc:sldMk cId="0" sldId="261"/>
            <ac:picMk id="5" creationId="{8C6C57BA-E0E0-9231-690A-D7C8AD398AD6}"/>
          </ac:picMkLst>
        </pc:picChg>
        <pc:picChg chg="add mod">
          <ac:chgData name="Carli Venter" userId="bfc17349d1a63750" providerId="LiveId" clId="{4FA3B1FB-C16D-409D-875C-B1E823D7AB2D}" dt="2025-11-07T14:21:36.248" v="5356" actId="1076"/>
          <ac:picMkLst>
            <pc:docMk/>
            <pc:sldMk cId="0" sldId="261"/>
            <ac:picMk id="36" creationId="{E609C4A1-B0E0-EEED-EF5A-AD0D266E6EAE}"/>
          </ac:picMkLst>
        </pc:picChg>
        <pc:picChg chg="add mod">
          <ac:chgData name="Carli Venter" userId="bfc17349d1a63750" providerId="LiveId" clId="{4FA3B1FB-C16D-409D-875C-B1E823D7AB2D}" dt="2025-11-07T14:21:15.843" v="5352" actId="14100"/>
          <ac:picMkLst>
            <pc:docMk/>
            <pc:sldMk cId="0" sldId="261"/>
            <ac:picMk id="38" creationId="{4596860C-80B4-7844-2C30-6CA90772BD0C}"/>
          </ac:picMkLst>
        </pc:picChg>
        <pc:picChg chg="add mod">
          <ac:chgData name="Carli Venter" userId="bfc17349d1a63750" providerId="LiveId" clId="{4FA3B1FB-C16D-409D-875C-B1E823D7AB2D}" dt="2025-11-07T14:22:07.108" v="5361" actId="1076"/>
          <ac:picMkLst>
            <pc:docMk/>
            <pc:sldMk cId="0" sldId="261"/>
            <ac:picMk id="42" creationId="{7058A7FB-99D0-C83B-1E84-B1DA60A7F918}"/>
          </ac:picMkLst>
        </pc:picChg>
        <pc:cxnChg chg="add mod">
          <ac:chgData name="Carli Venter" userId="bfc17349d1a63750" providerId="LiveId" clId="{4FA3B1FB-C16D-409D-875C-B1E823D7AB2D}" dt="2025-11-07T14:20:25.185" v="5339" actId="14100"/>
          <ac:cxnSpMkLst>
            <pc:docMk/>
            <pc:sldMk cId="0" sldId="261"/>
            <ac:cxnSpMk id="23" creationId="{89277849-1662-A158-8634-D78815384F6D}"/>
          </ac:cxnSpMkLst>
        </pc:cxnChg>
        <pc:cxnChg chg="add mod">
          <ac:chgData name="Carli Venter" userId="bfc17349d1a63750" providerId="LiveId" clId="{4FA3B1FB-C16D-409D-875C-B1E823D7AB2D}" dt="2025-11-07T14:20:33.687" v="5341" actId="1076"/>
          <ac:cxnSpMkLst>
            <pc:docMk/>
            <pc:sldMk cId="0" sldId="261"/>
            <ac:cxnSpMk id="25" creationId="{5B8EA6B7-8879-F4B7-C20B-F4C42665FB0D}"/>
          </ac:cxnSpMkLst>
        </pc:cxnChg>
      </pc:sldChg>
      <pc:sldChg chg="addSp delSp modSp add mod addAnim delAnim modAnim modNotesTx">
        <pc:chgData name="Carli Venter" userId="bfc17349d1a63750" providerId="LiveId" clId="{4FA3B1FB-C16D-409D-875C-B1E823D7AB2D}" dt="2025-11-07T16:53:21.399" v="7554"/>
        <pc:sldMkLst>
          <pc:docMk/>
          <pc:sldMk cId="0" sldId="265"/>
        </pc:sldMkLst>
        <pc:spChg chg="add mod">
          <ac:chgData name="Carli Venter" userId="bfc17349d1a63750" providerId="LiveId" clId="{4FA3B1FB-C16D-409D-875C-B1E823D7AB2D}" dt="2025-11-07T10:21:34.104" v="3865" actId="14861"/>
          <ac:spMkLst>
            <pc:docMk/>
            <pc:sldMk cId="0" sldId="265"/>
            <ac:spMk id="6" creationId="{4AB519BA-B4C9-8DD3-8D10-A7E7CE57FA28}"/>
          </ac:spMkLst>
        </pc:spChg>
        <pc:spChg chg="add mod">
          <ac:chgData name="Carli Venter" userId="bfc17349d1a63750" providerId="LiveId" clId="{4FA3B1FB-C16D-409D-875C-B1E823D7AB2D}" dt="2025-11-07T10:33:50.549" v="4318" actId="20577"/>
          <ac:spMkLst>
            <pc:docMk/>
            <pc:sldMk cId="0" sldId="265"/>
            <ac:spMk id="9" creationId="{F41512F9-EF70-EEC5-42F1-9827C5BD1740}"/>
          </ac:spMkLst>
        </pc:spChg>
        <pc:spChg chg="mod">
          <ac:chgData name="Carli Venter" userId="bfc17349d1a63750" providerId="LiveId" clId="{4FA3B1FB-C16D-409D-875C-B1E823D7AB2D}" dt="2025-11-07T07:15:30.821" v="1590" actId="404"/>
          <ac:spMkLst>
            <pc:docMk/>
            <pc:sldMk cId="0" sldId="265"/>
            <ac:spMk id="399" creationId="{00000000-0000-0000-0000-000000000000}"/>
          </ac:spMkLst>
        </pc:spChg>
      </pc:sldChg>
      <pc:sldChg chg="addSp delSp modSp add mod addAnim delAnim modAnim modNotesTx">
        <pc:chgData name="Carli Venter" userId="bfc17349d1a63750" providerId="LiveId" clId="{4FA3B1FB-C16D-409D-875C-B1E823D7AB2D}" dt="2025-11-07T16:50:49.033" v="7539" actId="20577"/>
        <pc:sldMkLst>
          <pc:docMk/>
          <pc:sldMk cId="0" sldId="268"/>
        </pc:sldMkLst>
        <pc:spChg chg="add mod">
          <ac:chgData name="Carli Venter" userId="bfc17349d1a63750" providerId="LiveId" clId="{4FA3B1FB-C16D-409D-875C-B1E823D7AB2D}" dt="2025-11-07T14:50:35.383" v="5784" actId="207"/>
          <ac:spMkLst>
            <pc:docMk/>
            <pc:sldMk cId="0" sldId="268"/>
            <ac:spMk id="14" creationId="{3754D631-44C4-6BF3-28E5-D738D28D8D8C}"/>
          </ac:spMkLst>
        </pc:spChg>
        <pc:spChg chg="add mod">
          <ac:chgData name="Carli Venter" userId="bfc17349d1a63750" providerId="LiveId" clId="{4FA3B1FB-C16D-409D-875C-B1E823D7AB2D}" dt="2025-11-07T14:50:38.299" v="5785" actId="207"/>
          <ac:spMkLst>
            <pc:docMk/>
            <pc:sldMk cId="0" sldId="268"/>
            <ac:spMk id="15" creationId="{14E77486-7DD5-B753-8B6D-E4CE98203333}"/>
          </ac:spMkLst>
        </pc:spChg>
        <pc:spChg chg="add mod">
          <ac:chgData name="Carli Venter" userId="bfc17349d1a63750" providerId="LiveId" clId="{4FA3B1FB-C16D-409D-875C-B1E823D7AB2D}" dt="2025-11-07T14:50:40.219" v="5786" actId="207"/>
          <ac:spMkLst>
            <pc:docMk/>
            <pc:sldMk cId="0" sldId="268"/>
            <ac:spMk id="16" creationId="{603DD948-EAA8-F5F3-1991-5DB3B208A30B}"/>
          </ac:spMkLst>
        </pc:spChg>
        <pc:spChg chg="add mod">
          <ac:chgData name="Carli Venter" userId="bfc17349d1a63750" providerId="LiveId" clId="{4FA3B1FB-C16D-409D-875C-B1E823D7AB2D}" dt="2025-11-07T14:50:43.755" v="5787" actId="207"/>
          <ac:spMkLst>
            <pc:docMk/>
            <pc:sldMk cId="0" sldId="268"/>
            <ac:spMk id="17" creationId="{244FF88E-6DE9-AB92-E38E-4A2A5D14CA51}"/>
          </ac:spMkLst>
        </pc:spChg>
        <pc:spChg chg="add mod">
          <ac:chgData name="Carli Venter" userId="bfc17349d1a63750" providerId="LiveId" clId="{4FA3B1FB-C16D-409D-875C-B1E823D7AB2D}" dt="2025-11-07T14:50:31.672" v="5783" actId="20577"/>
          <ac:spMkLst>
            <pc:docMk/>
            <pc:sldMk cId="0" sldId="268"/>
            <ac:spMk id="26" creationId="{16B38B01-A08A-DD05-8F5D-8BE318FE5FF8}"/>
          </ac:spMkLst>
        </pc:spChg>
        <pc:spChg chg="add mod">
          <ac:chgData name="Carli Venter" userId="bfc17349d1a63750" providerId="LiveId" clId="{4FA3B1FB-C16D-409D-875C-B1E823D7AB2D}" dt="2025-11-07T14:56:55.653" v="5922" actId="20577"/>
          <ac:spMkLst>
            <pc:docMk/>
            <pc:sldMk cId="0" sldId="268"/>
            <ac:spMk id="28" creationId="{774C7589-496A-95C9-3200-028027BE0E70}"/>
          </ac:spMkLst>
        </pc:spChg>
        <pc:picChg chg="add mod">
          <ac:chgData name="Carli Venter" userId="bfc17349d1a63750" providerId="LiveId" clId="{4FA3B1FB-C16D-409D-875C-B1E823D7AB2D}" dt="2025-11-07T14:49:00.163" v="5765" actId="14100"/>
          <ac:picMkLst>
            <pc:docMk/>
            <pc:sldMk cId="0" sldId="268"/>
            <ac:picMk id="4" creationId="{088929CB-0754-9BDD-CA4C-09169F8E858B}"/>
          </ac:picMkLst>
        </pc:picChg>
        <pc:picChg chg="add mod">
          <ac:chgData name="Carli Venter" userId="bfc17349d1a63750" providerId="LiveId" clId="{4FA3B1FB-C16D-409D-875C-B1E823D7AB2D}" dt="2025-11-07T14:49:18.137" v="5771" actId="1076"/>
          <ac:picMkLst>
            <pc:docMk/>
            <pc:sldMk cId="0" sldId="268"/>
            <ac:picMk id="8" creationId="{524FD0BB-C754-6F02-33EE-93234ED53021}"/>
          </ac:picMkLst>
        </pc:picChg>
        <pc:picChg chg="add mod">
          <ac:chgData name="Carli Venter" userId="bfc17349d1a63750" providerId="LiveId" clId="{4FA3B1FB-C16D-409D-875C-B1E823D7AB2D}" dt="2025-11-07T15:55:20.098" v="6553" actId="1076"/>
          <ac:picMkLst>
            <pc:docMk/>
            <pc:sldMk cId="0" sldId="268"/>
            <ac:picMk id="13" creationId="{E24D858A-A024-9021-0091-73A99A7B9D73}"/>
          </ac:picMkLst>
        </pc:picChg>
        <pc:picChg chg="add mod">
          <ac:chgData name="Carli Venter" userId="bfc17349d1a63750" providerId="LiveId" clId="{4FA3B1FB-C16D-409D-875C-B1E823D7AB2D}" dt="2025-11-07T15:55:12.312" v="6550" actId="1076"/>
          <ac:picMkLst>
            <pc:docMk/>
            <pc:sldMk cId="0" sldId="268"/>
            <ac:picMk id="19" creationId="{ED715A41-C830-A8DE-EBA0-B2DC03194EDD}"/>
          </ac:picMkLst>
        </pc:picChg>
        <pc:picChg chg="add mod">
          <ac:chgData name="Carli Venter" userId="bfc17349d1a63750" providerId="LiveId" clId="{4FA3B1FB-C16D-409D-875C-B1E823D7AB2D}" dt="2025-11-07T14:49:14.959" v="5770" actId="1076"/>
          <ac:picMkLst>
            <pc:docMk/>
            <pc:sldMk cId="0" sldId="268"/>
            <ac:picMk id="22" creationId="{F4629DBE-477E-E04F-5AB1-17D6C1D90323}"/>
          </ac:picMkLst>
        </pc:picChg>
      </pc:sldChg>
      <pc:sldChg chg="addSp delSp modSp mod addAnim delAnim modAnim">
        <pc:chgData name="Carli Venter" userId="bfc17349d1a63750" providerId="LiveId" clId="{4FA3B1FB-C16D-409D-875C-B1E823D7AB2D}" dt="2025-11-07T16:54:48.960" v="7555"/>
        <pc:sldMkLst>
          <pc:docMk/>
          <pc:sldMk cId="0" sldId="275"/>
        </pc:sldMkLst>
        <pc:spChg chg="mod">
          <ac:chgData name="Carli Venter" userId="bfc17349d1a63750" providerId="LiveId" clId="{4FA3B1FB-C16D-409D-875C-B1E823D7AB2D}" dt="2025-11-07T15:58:21.658" v="6588" actId="5793"/>
          <ac:spMkLst>
            <pc:docMk/>
            <pc:sldMk cId="0" sldId="275"/>
            <ac:spMk id="2" creationId="{91163EEF-D85A-4CB5-3A93-91F7D552C35D}"/>
          </ac:spMkLst>
        </pc:spChg>
        <pc:spChg chg="add mod">
          <ac:chgData name="Carli Venter" userId="bfc17349d1a63750" providerId="LiveId" clId="{4FA3B1FB-C16D-409D-875C-B1E823D7AB2D}" dt="2025-11-07T10:28:31.404" v="4011" actId="122"/>
          <ac:spMkLst>
            <pc:docMk/>
            <pc:sldMk cId="0" sldId="275"/>
            <ac:spMk id="9" creationId="{1A388E87-33D7-B5E7-ECFB-8FDC7BE296E9}"/>
          </ac:spMkLst>
        </pc:spChg>
        <pc:spChg chg="mod">
          <ac:chgData name="Carli Venter" userId="bfc17349d1a63750" providerId="LiveId" clId="{4FA3B1FB-C16D-409D-875C-B1E823D7AB2D}" dt="2025-11-07T14:35:52.576" v="5528" actId="1076"/>
          <ac:spMkLst>
            <pc:docMk/>
            <pc:sldMk cId="0" sldId="275"/>
            <ac:spMk id="543" creationId="{00000000-0000-0000-0000-000000000000}"/>
          </ac:spMkLst>
        </pc:spChg>
        <pc:picChg chg="mod">
          <ac:chgData name="Carli Venter" userId="bfc17349d1a63750" providerId="LiveId" clId="{4FA3B1FB-C16D-409D-875C-B1E823D7AB2D}" dt="2025-11-07T10:26:10.308" v="3978" actId="1076"/>
          <ac:picMkLst>
            <pc:docMk/>
            <pc:sldMk cId="0" sldId="275"/>
            <ac:picMk id="3" creationId="{F3E7067E-B57D-6387-0D7C-42A1A79C3996}"/>
          </ac:picMkLst>
        </pc:picChg>
        <pc:picChg chg="add mod">
          <ac:chgData name="Carli Venter" userId="bfc17349d1a63750" providerId="LiveId" clId="{4FA3B1FB-C16D-409D-875C-B1E823D7AB2D}" dt="2025-11-07T15:00:22.248" v="5963" actId="688"/>
          <ac:picMkLst>
            <pc:docMk/>
            <pc:sldMk cId="0" sldId="275"/>
            <ac:picMk id="12" creationId="{5BB6E46D-F864-C368-4535-3EE1D06F9897}"/>
          </ac:picMkLst>
        </pc:picChg>
      </pc:sldChg>
      <pc:sldChg chg="addSp delSp modSp mod addAnim delAnim modAnim modNotesTx">
        <pc:chgData name="Carli Venter" userId="bfc17349d1a63750" providerId="LiveId" clId="{4FA3B1FB-C16D-409D-875C-B1E823D7AB2D}" dt="2025-11-07T17:10:32.609" v="7604"/>
        <pc:sldMkLst>
          <pc:docMk/>
          <pc:sldMk cId="2823510226" sldId="297"/>
        </pc:sldMkLst>
        <pc:spChg chg="add mod">
          <ac:chgData name="Carli Venter" userId="bfc17349d1a63750" providerId="LiveId" clId="{4FA3B1FB-C16D-409D-875C-B1E823D7AB2D}" dt="2025-11-07T10:32:12.680" v="4189" actId="14100"/>
          <ac:spMkLst>
            <pc:docMk/>
            <pc:sldMk cId="2823510226" sldId="297"/>
            <ac:spMk id="14" creationId="{6F5629AF-AE80-8D0E-05C6-5EF97ACC49CF}"/>
          </ac:spMkLst>
        </pc:spChg>
        <pc:spChg chg="mod">
          <ac:chgData name="Carli Venter" userId="bfc17349d1a63750" providerId="LiveId" clId="{4FA3B1FB-C16D-409D-875C-B1E823D7AB2D}" dt="2025-11-07T16:21:54.268" v="6920" actId="20577"/>
          <ac:spMkLst>
            <pc:docMk/>
            <pc:sldMk cId="2823510226" sldId="297"/>
            <ac:spMk id="240" creationId="{B70B0197-3552-6B5D-AF41-B8C9397281B0}"/>
          </ac:spMkLst>
        </pc:spChg>
        <pc:picChg chg="add mod">
          <ac:chgData name="Carli Venter" userId="bfc17349d1a63750" providerId="LiveId" clId="{4FA3B1FB-C16D-409D-875C-B1E823D7AB2D}" dt="2025-11-07T16:22:02.290" v="6925" actId="1076"/>
          <ac:picMkLst>
            <pc:docMk/>
            <pc:sldMk cId="2823510226" sldId="297"/>
            <ac:picMk id="3" creationId="{893A1937-8F49-AC33-78CF-6E68064E4548}"/>
          </ac:picMkLst>
        </pc:picChg>
        <pc:picChg chg="add mod">
          <ac:chgData name="Carli Venter" userId="bfc17349d1a63750" providerId="LiveId" clId="{4FA3B1FB-C16D-409D-875C-B1E823D7AB2D}" dt="2025-11-07T16:22:03.489" v="6926" actId="1076"/>
          <ac:picMkLst>
            <pc:docMk/>
            <pc:sldMk cId="2823510226" sldId="297"/>
            <ac:picMk id="7" creationId="{F53D6336-FD4E-B0FF-4E80-B04B7D77B3C9}"/>
          </ac:picMkLst>
        </pc:picChg>
        <pc:picChg chg="add mod">
          <ac:chgData name="Carli Venter" userId="bfc17349d1a63750" providerId="LiveId" clId="{4FA3B1FB-C16D-409D-875C-B1E823D7AB2D}" dt="2025-11-07T16:21:58.380" v="6923" actId="1076"/>
          <ac:picMkLst>
            <pc:docMk/>
            <pc:sldMk cId="2823510226" sldId="297"/>
            <ac:picMk id="9" creationId="{10F97A83-1264-D28D-C9CE-010A981292D0}"/>
          </ac:picMkLst>
        </pc:picChg>
      </pc:sldChg>
      <pc:sldChg chg="addSp delSp modSp mod addAnim delAnim modAnim modNotesTx">
        <pc:chgData name="Carli Venter" userId="bfc17349d1a63750" providerId="LiveId" clId="{4FA3B1FB-C16D-409D-875C-B1E823D7AB2D}" dt="2025-11-07T17:04:16.101" v="7602" actId="20577"/>
        <pc:sldMkLst>
          <pc:docMk/>
          <pc:sldMk cId="0" sldId="299"/>
        </pc:sldMkLst>
        <pc:spChg chg="add mod">
          <ac:chgData name="Carli Venter" userId="bfc17349d1a63750" providerId="LiveId" clId="{4FA3B1FB-C16D-409D-875C-B1E823D7AB2D}" dt="2025-11-07T13:48:33.178" v="5082" actId="1076"/>
          <ac:spMkLst>
            <pc:docMk/>
            <pc:sldMk cId="0" sldId="299"/>
            <ac:spMk id="2" creationId="{E17D1F1D-D108-D801-CA2A-C3EA9C4AD5DC}"/>
          </ac:spMkLst>
        </pc:spChg>
        <pc:spChg chg="add mod">
          <ac:chgData name="Carli Venter" userId="bfc17349d1a63750" providerId="LiveId" clId="{4FA3B1FB-C16D-409D-875C-B1E823D7AB2D}" dt="2025-11-07T14:13:21.695" v="5271" actId="1076"/>
          <ac:spMkLst>
            <pc:docMk/>
            <pc:sldMk cId="0" sldId="299"/>
            <ac:spMk id="3" creationId="{22A7D722-4085-7B8F-7E07-14B4CBE1FB4C}"/>
          </ac:spMkLst>
        </pc:spChg>
        <pc:spChg chg="add mod">
          <ac:chgData name="Carli Venter" userId="bfc17349d1a63750" providerId="LiveId" clId="{4FA3B1FB-C16D-409D-875C-B1E823D7AB2D}" dt="2025-11-07T14:47:12.043" v="5741" actId="20577"/>
          <ac:spMkLst>
            <pc:docMk/>
            <pc:sldMk cId="0" sldId="299"/>
            <ac:spMk id="4" creationId="{7426F842-AEE1-9AFC-FEA1-B800D49ADFD3}"/>
          </ac:spMkLst>
        </pc:spChg>
        <pc:spChg chg="add mod">
          <ac:chgData name="Carli Venter" userId="bfc17349d1a63750" providerId="LiveId" clId="{4FA3B1FB-C16D-409D-875C-B1E823D7AB2D}" dt="2025-11-07T15:18:35.144" v="6290" actId="1035"/>
          <ac:spMkLst>
            <pc:docMk/>
            <pc:sldMk cId="0" sldId="299"/>
            <ac:spMk id="5" creationId="{073AFBB9-BD5A-35AC-53D2-B98FAAACA9E8}"/>
          </ac:spMkLst>
        </pc:spChg>
        <pc:spChg chg="add mod">
          <ac:chgData name="Carli Venter" userId="bfc17349d1a63750" providerId="LiveId" clId="{4FA3B1FB-C16D-409D-875C-B1E823D7AB2D}" dt="2025-11-07T14:58:42.311" v="5938" actId="14100"/>
          <ac:spMkLst>
            <pc:docMk/>
            <pc:sldMk cId="0" sldId="299"/>
            <ac:spMk id="16" creationId="{9EDC93AC-38A3-3E9C-C3CB-C97AB321710F}"/>
          </ac:spMkLst>
        </pc:spChg>
        <pc:spChg chg="mod">
          <ac:chgData name="Carli Venter" userId="bfc17349d1a63750" providerId="LiveId" clId="{4FA3B1FB-C16D-409D-875C-B1E823D7AB2D}" dt="2025-11-07T16:33:52.764" v="7156" actId="20577"/>
          <ac:spMkLst>
            <pc:docMk/>
            <pc:sldMk cId="0" sldId="299"/>
            <ac:spMk id="20" creationId="{65599683-2990-C6E2-99D8-A2D17453C735}"/>
          </ac:spMkLst>
        </pc:spChg>
        <pc:spChg chg="mod">
          <ac:chgData name="Carli Venter" userId="bfc17349d1a63750" providerId="LiveId" clId="{4FA3B1FB-C16D-409D-875C-B1E823D7AB2D}" dt="2025-11-07T15:18:47.453" v="6291" actId="20577"/>
          <ac:spMkLst>
            <pc:docMk/>
            <pc:sldMk cId="0" sldId="299"/>
            <ac:spMk id="21" creationId="{C7AC65A0-728F-025D-277E-8D46F4C19D07}"/>
          </ac:spMkLst>
        </pc:spChg>
        <pc:picChg chg="add mod">
          <ac:chgData name="Carli Venter" userId="bfc17349d1a63750" providerId="LiveId" clId="{4FA3B1FB-C16D-409D-875C-B1E823D7AB2D}" dt="2025-11-07T15:18:35.144" v="6290" actId="1035"/>
          <ac:picMkLst>
            <pc:docMk/>
            <pc:sldMk cId="0" sldId="299"/>
            <ac:picMk id="11" creationId="{A642E5E9-8A4D-EAA5-3E79-1C20067D8FD1}"/>
          </ac:picMkLst>
        </pc:picChg>
        <pc:picChg chg="add mod">
          <ac:chgData name="Carli Venter" userId="bfc17349d1a63750" providerId="LiveId" clId="{4FA3B1FB-C16D-409D-875C-B1E823D7AB2D}" dt="2025-11-07T13:48:33.178" v="5082" actId="1076"/>
          <ac:picMkLst>
            <pc:docMk/>
            <pc:sldMk cId="0" sldId="299"/>
            <ac:picMk id="12" creationId="{E564D5F4-ABAB-E6EC-C6DC-7D3DD8F5AFF4}"/>
          </ac:picMkLst>
        </pc:picChg>
        <pc:picChg chg="add mod">
          <ac:chgData name="Carli Venter" userId="bfc17349d1a63750" providerId="LiveId" clId="{4FA3B1FB-C16D-409D-875C-B1E823D7AB2D}" dt="2025-11-07T13:49:56.072" v="5098" actId="1076"/>
          <ac:picMkLst>
            <pc:docMk/>
            <pc:sldMk cId="0" sldId="299"/>
            <ac:picMk id="15" creationId="{95298C23-DB70-4664-1010-E344A747C26E}"/>
          </ac:picMkLst>
        </pc:picChg>
      </pc:sldChg>
      <pc:sldChg chg="addSp delSp modSp add mod addAnim delAnim modAnim">
        <pc:chgData name="Carli Venter" userId="bfc17349d1a63750" providerId="LiveId" clId="{4FA3B1FB-C16D-409D-875C-B1E823D7AB2D}" dt="2025-11-07T16:06:08.379" v="6689" actId="1035"/>
        <pc:sldMkLst>
          <pc:docMk/>
          <pc:sldMk cId="0" sldId="300"/>
        </pc:sldMkLst>
        <pc:spChg chg="add mod">
          <ac:chgData name="Carli Venter" userId="bfc17349d1a63750" providerId="LiveId" clId="{4FA3B1FB-C16D-409D-875C-B1E823D7AB2D}" dt="2025-11-07T14:38:56.005" v="5597" actId="1076"/>
          <ac:spMkLst>
            <pc:docMk/>
            <pc:sldMk cId="0" sldId="300"/>
            <ac:spMk id="11" creationId="{A0025354-032A-9653-C102-C98D0C76D0E5}"/>
          </ac:spMkLst>
        </pc:spChg>
        <pc:spChg chg="add mod">
          <ac:chgData name="Carli Venter" userId="bfc17349d1a63750" providerId="LiveId" clId="{4FA3B1FB-C16D-409D-875C-B1E823D7AB2D}" dt="2025-11-07T16:06:08.379" v="6689" actId="1035"/>
          <ac:spMkLst>
            <pc:docMk/>
            <pc:sldMk cId="0" sldId="300"/>
            <ac:spMk id="17" creationId="{E6EAFABD-C0F3-2A18-2B82-9C2296B7D750}"/>
          </ac:spMkLst>
        </pc:spChg>
        <pc:spChg chg="add mod">
          <ac:chgData name="Carli Venter" userId="bfc17349d1a63750" providerId="LiveId" clId="{4FA3B1FB-C16D-409D-875C-B1E823D7AB2D}" dt="2025-11-07T14:59:48.985" v="5950" actId="20577"/>
          <ac:spMkLst>
            <pc:docMk/>
            <pc:sldMk cId="0" sldId="300"/>
            <ac:spMk id="20" creationId="{0BB3AAD6-AED9-DDDD-DA51-E7C1B664EE50}"/>
          </ac:spMkLst>
        </pc:spChg>
        <pc:picChg chg="add mod">
          <ac:chgData name="Carli Venter" userId="bfc17349d1a63750" providerId="LiveId" clId="{4FA3B1FB-C16D-409D-875C-B1E823D7AB2D}" dt="2025-11-07T15:00:03.370" v="5957" actId="1076"/>
          <ac:picMkLst>
            <pc:docMk/>
            <pc:sldMk cId="0" sldId="300"/>
            <ac:picMk id="18" creationId="{87A34D52-2BBD-0D2C-ADF9-686E7BC88C6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GB" dirty="0"/>
              <a:t>My project is titled </a:t>
            </a:r>
            <a:r>
              <a:rPr lang="en-GB" i="1" dirty="0"/>
              <a:t>AI-Assisted Therapeutic Insight Extraction</a:t>
            </a:r>
            <a:r>
              <a:rPr lang="en-GB" dirty="0"/>
              <a:t>. </a:t>
            </a:r>
          </a:p>
          <a:p>
            <a:pPr marL="158750" indent="0">
              <a:buNone/>
            </a:pPr>
            <a:endParaRPr lang="en-GB" dirty="0"/>
          </a:p>
          <a:p>
            <a:pPr marL="158750" indent="0">
              <a:buNone/>
            </a:pPr>
            <a:r>
              <a:rPr lang="en-GB" dirty="0"/>
              <a:t>It’s based on </a:t>
            </a:r>
            <a:r>
              <a:rPr lang="en-GB" b="1" dirty="0"/>
              <a:t>Template 4.1: Orchestrating AI Models to Achieve a Goal</a:t>
            </a:r>
            <a:r>
              <a:rPr lang="en-GB" dirty="0"/>
              <a:t>.</a:t>
            </a:r>
          </a:p>
          <a:p>
            <a:pPr marL="158750" indent="0">
              <a:buNone/>
            </a:pPr>
            <a:r>
              <a:rPr lang="en-GB" b="1" dirty="0"/>
              <a:t>CLICK</a:t>
            </a:r>
          </a:p>
          <a:p>
            <a:pPr marL="158750" indent="0">
              <a:buNone/>
            </a:pPr>
            <a:endParaRPr lang="en-GB"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GB" dirty="0"/>
              <a:t>The goal is to automate one of the most repetitive aspects of therapy preparation </a:t>
            </a:r>
            <a:r>
              <a:rPr lang="en-GB" b="1" dirty="0"/>
              <a:t>CLICK</a:t>
            </a:r>
          </a:p>
          <a:p>
            <a:pPr marL="158750" indent="0">
              <a:buNone/>
            </a:pPr>
            <a:r>
              <a:rPr lang="en-GB" dirty="0"/>
              <a:t>— </a:t>
            </a:r>
            <a:r>
              <a:rPr lang="en-GB" dirty="0" err="1"/>
              <a:t>analyzing</a:t>
            </a:r>
            <a:r>
              <a:rPr lang="en-GB" dirty="0"/>
              <a:t> written and spoken records to extract key insights.</a:t>
            </a:r>
            <a:endParaRPr lang="en-GB" b="1" dirty="0"/>
          </a:p>
          <a:p>
            <a:pPr marL="158750" indent="0">
              <a:buNone/>
            </a:pPr>
            <a:endParaRPr lang="en-GB" dirty="0"/>
          </a:p>
          <a:p>
            <a:pPr marL="158750" indent="0">
              <a:buNone/>
            </a:pPr>
            <a:r>
              <a:rPr lang="en-GB" dirty="0"/>
              <a:t>This prototype demonstrates a proof-of-concept system that unites multiple AI models to convert therapist notes or voice memos into structured, meaningful summaries.</a:t>
            </a:r>
          </a:p>
          <a:p>
            <a:pPr marL="158750" indent="0">
              <a:buNone/>
            </a:pPr>
            <a:r>
              <a:rPr lang="en-GB" b="1" dirty="0"/>
              <a:t>CLICK</a:t>
            </a:r>
            <a:endParaRPr lang="en-GB" dirty="0"/>
          </a:p>
          <a:p>
            <a:pPr marL="158750" indent="0">
              <a:buNone/>
            </a:pPr>
            <a:endParaRPr lang="en-GB" dirty="0"/>
          </a:p>
          <a:p>
            <a:pPr marL="158750" indent="0">
              <a:buNone/>
            </a:pPr>
            <a:r>
              <a:rPr lang="en-GB" dirty="0"/>
              <a:t>Rather than a full application, it focuses on the technical orchestration and modular comparison of these models.</a:t>
            </a:r>
          </a:p>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a:extLst>
            <a:ext uri="{FF2B5EF4-FFF2-40B4-BE49-F238E27FC236}">
              <a16:creationId xmlns:a16="http://schemas.microsoft.com/office/drawing/2014/main" id="{FDF8B195-593F-843A-A876-60FE232D5717}"/>
            </a:ext>
          </a:extLst>
        </p:cNvPr>
        <p:cNvGrpSpPr/>
        <p:nvPr/>
      </p:nvGrpSpPr>
      <p:grpSpPr>
        <a:xfrm>
          <a:off x="0" y="0"/>
          <a:ext cx="0" cy="0"/>
          <a:chOff x="0" y="0"/>
          <a:chExt cx="0" cy="0"/>
        </a:xfrm>
      </p:grpSpPr>
      <p:sp>
        <p:nvSpPr>
          <p:cNvPr id="236" name="Google Shape;236;g54dda1946d_6_322:notes">
            <a:extLst>
              <a:ext uri="{FF2B5EF4-FFF2-40B4-BE49-F238E27FC236}">
                <a16:creationId xmlns:a16="http://schemas.microsoft.com/office/drawing/2014/main" id="{14A00C94-B7AD-022A-42C3-9295F022D7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54dda1946d_6_322:notes">
            <a:extLst>
              <a:ext uri="{FF2B5EF4-FFF2-40B4-BE49-F238E27FC236}">
                <a16:creationId xmlns:a16="http://schemas.microsoft.com/office/drawing/2014/main" id="{DDBC6459-2C39-C5EB-7C79-4E24FCC1FA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GB" dirty="0"/>
              <a:t>According to reports from mental-health professionals in a study by Shaul et al., </a:t>
            </a:r>
            <a:r>
              <a:rPr lang="en-GB" b="1" dirty="0"/>
              <a:t>CLICK </a:t>
            </a:r>
            <a:r>
              <a:rPr lang="en-GB" dirty="0"/>
              <a:t>therapists often face heavy workloads and limited time to review notes and prepare for sessions</a:t>
            </a:r>
          </a:p>
          <a:p>
            <a:pPr marL="158750" indent="0">
              <a:buNone/>
            </a:pPr>
            <a:endParaRPr lang="en-GB" b="1"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GB" dirty="0"/>
              <a:t>Repetitive manual review of transcripts or journal reflections delays the real work </a:t>
            </a:r>
            <a:r>
              <a:rPr lang="en-GB" b="1" dirty="0"/>
              <a:t>CLICK</a:t>
            </a:r>
            <a:r>
              <a:rPr lang="en-GB" dirty="0"/>
              <a:t>, that is, deciding on the right therapeutic interventions.</a:t>
            </a:r>
          </a:p>
          <a:p>
            <a:pPr marL="158750" indent="0">
              <a:buNone/>
            </a:pPr>
            <a:endParaRPr lang="en-GB" dirty="0"/>
          </a:p>
          <a:p>
            <a:pPr marL="158750" indent="0">
              <a:buNone/>
            </a:pPr>
            <a:r>
              <a:rPr lang="en-GB" dirty="0"/>
              <a:t>By automating transcription and insight extraction </a:t>
            </a:r>
            <a:r>
              <a:rPr lang="en-GB" b="1" dirty="0"/>
              <a:t>CLICK</a:t>
            </a:r>
            <a:r>
              <a:rPr lang="en-GB" dirty="0"/>
              <a:t>, this system aims to reduce this bottleneck, giving professionals structured, data-driven insights in seconds rather than hours.</a:t>
            </a:r>
            <a:endParaRPr lang="en-GB" b="1" dirty="0"/>
          </a:p>
          <a:p>
            <a:pPr marL="158750" indent="0">
              <a:buNone/>
            </a:pPr>
            <a:endParaRPr lang="en-GB"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673084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GB" dirty="0"/>
              <a:t>One project that inspired this idea is </a:t>
            </a:r>
            <a:r>
              <a:rPr lang="en-GB" i="1" dirty="0" err="1"/>
              <a:t>Mindsera</a:t>
            </a:r>
            <a:r>
              <a:rPr lang="en-GB" i="1" dirty="0"/>
              <a:t>. </a:t>
            </a:r>
          </a:p>
          <a:p>
            <a:pPr marL="158750" indent="0">
              <a:buNone/>
            </a:pPr>
            <a:endParaRPr lang="en-GB" dirty="0"/>
          </a:p>
          <a:p>
            <a:pPr marL="158750" indent="0" algn="l">
              <a:buNone/>
            </a:pPr>
            <a:r>
              <a:rPr lang="en-GB" b="1" dirty="0"/>
              <a:t>CLICK</a:t>
            </a:r>
          </a:p>
          <a:p>
            <a:pPr marL="158750" indent="0">
              <a:buNone/>
            </a:pPr>
            <a:r>
              <a:rPr lang="en-GB" dirty="0"/>
              <a:t>It uses large language models to </a:t>
            </a:r>
            <a:r>
              <a:rPr lang="en-GB" dirty="0" err="1"/>
              <a:t>analyze</a:t>
            </a:r>
            <a:r>
              <a:rPr lang="en-GB" dirty="0"/>
              <a:t> personal journaling entries and, in turn, returns mindset reflections, progress feedback, and motivational insights.</a:t>
            </a:r>
          </a:p>
          <a:p>
            <a:pPr marL="158750" indent="0">
              <a:buNone/>
            </a:pPr>
            <a:r>
              <a:rPr lang="en-GB" dirty="0"/>
              <a:t>It employs NLP for semantic similarity and emotional tone detection. </a:t>
            </a:r>
            <a:r>
              <a:rPr lang="en-GB" b="1" dirty="0"/>
              <a:t>CLICK</a:t>
            </a:r>
            <a:r>
              <a:rPr lang="en-GB" dirty="0"/>
              <a:t> </a:t>
            </a:r>
          </a:p>
          <a:p>
            <a:pPr marL="158750" indent="0">
              <a:buNone/>
            </a:pPr>
            <a:r>
              <a:rPr lang="en-GB" dirty="0"/>
              <a:t>However, it is closed-source, with minimal transparency on model design or data handling.</a:t>
            </a:r>
          </a:p>
          <a:p>
            <a:pPr marL="158750" indent="0">
              <a:buNone/>
            </a:pPr>
            <a:endParaRPr lang="en-GB" dirty="0"/>
          </a:p>
          <a:p>
            <a:pPr marL="158750" indent="0">
              <a:buNone/>
            </a:pPr>
            <a:r>
              <a:rPr lang="en-GB" dirty="0"/>
              <a:t>This works well for individuals, but it doesn’t assist professionals or provide interpretability.</a:t>
            </a:r>
          </a:p>
          <a:p>
            <a:pPr marL="158750" indent="0">
              <a:buNone/>
            </a:pPr>
            <a:r>
              <a:rPr lang="en-GB" dirty="0"/>
              <a:t>My project adapts this reflective approach to a professional setting, focusing on </a:t>
            </a:r>
            <a:r>
              <a:rPr lang="en-GB" i="1" dirty="0"/>
              <a:t>transparent model comparison</a:t>
            </a:r>
            <a:r>
              <a:rPr lang="en-GB" dirty="0"/>
              <a:t> and </a:t>
            </a:r>
            <a:r>
              <a:rPr lang="en-GB" i="1" dirty="0"/>
              <a:t>explainable insights</a:t>
            </a:r>
            <a:r>
              <a:rPr lang="en-GB" dirty="0"/>
              <a:t> that therapists can trust</a:t>
            </a:r>
          </a:p>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GB" i="0" dirty="0"/>
              <a:t>Another reference point is </a:t>
            </a:r>
            <a:r>
              <a:rPr lang="en-GB" i="0" dirty="0" err="1"/>
              <a:t>MedGemma</a:t>
            </a:r>
            <a:r>
              <a:rPr lang="en-GB" i="0" dirty="0"/>
              <a:t>, Google Health’s multimodal model.</a:t>
            </a:r>
          </a:p>
          <a:p>
            <a:pPr marL="158750" indent="0">
              <a:buNone/>
            </a:pPr>
            <a:endParaRPr lang="en-GB" i="0" dirty="0"/>
          </a:p>
          <a:p>
            <a:pPr marL="158750" indent="0">
              <a:buNone/>
            </a:pPr>
            <a:r>
              <a:rPr lang="en-GB" b="1" i="0" dirty="0"/>
              <a:t>CLICK</a:t>
            </a:r>
            <a:endParaRPr lang="en-GB" i="0" dirty="0"/>
          </a:p>
          <a:p>
            <a:pPr marL="158750" indent="0">
              <a:buNone/>
            </a:pPr>
            <a:r>
              <a:rPr lang="en-GB" i="0" dirty="0"/>
              <a:t>It combines vision and text models to interpret clinical data — such as skin images, retinal scans, and handwritten doctor notes — producing structured diagnostic reports.</a:t>
            </a:r>
          </a:p>
          <a:p>
            <a:pPr marL="158750" indent="0">
              <a:buNone/>
            </a:pPr>
            <a:r>
              <a:rPr lang="en-GB" i="0" dirty="0"/>
              <a:t>It does so by integrating transformer-based encoders for both text and image streams within a unified framework.</a:t>
            </a:r>
          </a:p>
          <a:p>
            <a:pPr marL="158750" indent="0">
              <a:buNone/>
            </a:pPr>
            <a:endParaRPr lang="en-GB" i="0" dirty="0"/>
          </a:p>
          <a:p>
            <a:pPr marL="158750" indent="0">
              <a:buNone/>
            </a:pPr>
            <a:r>
              <a:rPr lang="en-GB" i="0" dirty="0"/>
              <a:t>While its pipeline demonstrates exceptional multimodal orchestration </a:t>
            </a:r>
            <a:r>
              <a:rPr lang="en-GB" b="1" i="0" dirty="0"/>
              <a:t>CLICK</a:t>
            </a:r>
            <a:r>
              <a:rPr lang="en-GB" i="0" dirty="0"/>
              <a:t>, it is medical and diagnostic in nature.</a:t>
            </a:r>
          </a:p>
          <a:p>
            <a:pPr marL="158750" indent="0">
              <a:buNone/>
            </a:pPr>
            <a:r>
              <a:rPr lang="en-GB" i="0" dirty="0"/>
              <a:t>My system extends the concept into mental health analysis, emphasizing reflective insights and evaluating how different models — OCR, ASR, NLP, and TTS — perform both individually and together.</a:t>
            </a:r>
          </a:p>
          <a:p>
            <a:pPr marL="0" lvl="0" indent="0" algn="l" rtl="0">
              <a:spcBef>
                <a:spcPts val="0"/>
              </a:spcBef>
              <a:spcAft>
                <a:spcPts val="0"/>
              </a:spcAft>
              <a:buNone/>
            </a:pPr>
            <a:endParaRPr i="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GB" dirty="0"/>
              <a:t>This will be a prototype that demonstrates a proof of concept, not a full web platform.</a:t>
            </a:r>
          </a:p>
          <a:p>
            <a:pPr marL="158750" indent="0">
              <a:buNone/>
            </a:pPr>
            <a:endParaRPr lang="en-GB" dirty="0"/>
          </a:p>
          <a:p>
            <a:pPr marL="158750" indent="0">
              <a:buNone/>
            </a:pPr>
            <a:r>
              <a:rPr lang="en-GB" dirty="0"/>
              <a:t>The user uploads either a scanned note or a voice memo </a:t>
            </a:r>
            <a:r>
              <a:rPr lang="en-GB" b="1" dirty="0"/>
              <a:t>CLICK </a:t>
            </a:r>
            <a:r>
              <a:rPr lang="en-GB" dirty="0"/>
              <a:t>— in the form of a simple file upload or drag-and-drop.</a:t>
            </a:r>
          </a:p>
          <a:p>
            <a:pPr marL="158750" indent="0">
              <a:buNone/>
            </a:pPr>
            <a:endParaRPr lang="en-GB" dirty="0"/>
          </a:p>
          <a:p>
            <a:pPr marL="158750" indent="0">
              <a:buNone/>
            </a:pPr>
            <a:r>
              <a:rPr lang="en-GB" b="1" dirty="0"/>
              <a:t>CLICK</a:t>
            </a:r>
            <a:endParaRPr lang="en-GB" dirty="0"/>
          </a:p>
          <a:p>
            <a:pPr marL="158750" indent="0">
              <a:buNone/>
            </a:pPr>
            <a:r>
              <a:rPr lang="en-GB" dirty="0"/>
              <a:t>The system returns insights as structured text and optional audio playback, summarizing emotional tone, key cognitive themes, and language patterns.</a:t>
            </a:r>
          </a:p>
          <a:p>
            <a:pPr marL="158750" indent="0">
              <a:buNone/>
            </a:pPr>
            <a:endParaRPr lang="en-GB" dirty="0"/>
          </a:p>
          <a:p>
            <a:pPr marL="158750" indent="0">
              <a:buNone/>
            </a:pPr>
            <a:r>
              <a:rPr lang="en-GB" b="1" dirty="0"/>
              <a:t>CLICK</a:t>
            </a:r>
          </a:p>
          <a:p>
            <a:pPr marL="158750" indent="0">
              <a:buNone/>
            </a:pPr>
            <a:r>
              <a:rPr lang="en-GB" dirty="0"/>
              <a:t>This design tests the feasibility of AI-assisted reflection before developing a full interface.</a:t>
            </a:r>
          </a:p>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GB" dirty="0"/>
              <a:t>The system is implemented in Python using a modular pipeline structure, allowing models to be interchanged and evaluated seamlessly.</a:t>
            </a:r>
          </a:p>
          <a:p>
            <a:pPr marL="158750" indent="0">
              <a:buNone/>
            </a:pPr>
            <a:endParaRPr lang="en-GB" dirty="0"/>
          </a:p>
          <a:p>
            <a:pPr marL="158750" indent="0">
              <a:buNone/>
            </a:pPr>
            <a:r>
              <a:rPr lang="en-GB" dirty="0"/>
              <a:t>For handwritten inputs as images </a:t>
            </a:r>
            <a:r>
              <a:rPr lang="en-GB" b="1" dirty="0"/>
              <a:t>CLICK</a:t>
            </a:r>
            <a:r>
              <a:rPr lang="en-GB" dirty="0"/>
              <a:t>, </a:t>
            </a:r>
            <a:r>
              <a:rPr lang="en-GB" b="0" dirty="0"/>
              <a:t>I’ll compare Tesseract, Google Vision API, and Easy OCR for OCR </a:t>
            </a:r>
            <a:r>
              <a:rPr lang="en-GB" dirty="0"/>
              <a:t>accuracy.</a:t>
            </a:r>
          </a:p>
          <a:p>
            <a:endParaRPr lang="en-GB" dirty="0"/>
          </a:p>
          <a:p>
            <a:pPr marL="158750" indent="0">
              <a:buNone/>
            </a:pPr>
            <a:endParaRPr lang="en-GB" dirty="0"/>
          </a:p>
          <a:p>
            <a:pPr marL="158750" indent="0">
              <a:buNone/>
            </a:pPr>
            <a:r>
              <a:rPr lang="en-GB" dirty="0"/>
              <a:t>For audio inputs </a:t>
            </a:r>
            <a:r>
              <a:rPr lang="en-GB" b="1" dirty="0"/>
              <a:t>CLICK</a:t>
            </a:r>
            <a:r>
              <a:rPr lang="en-GB" dirty="0"/>
              <a:t>, </a:t>
            </a:r>
            <a:r>
              <a:rPr lang="en-GB" b="0" dirty="0"/>
              <a:t>OpenAI Whisper, </a:t>
            </a:r>
            <a:r>
              <a:rPr lang="en-GB" b="0" dirty="0" err="1"/>
              <a:t>Vosk</a:t>
            </a:r>
            <a:r>
              <a:rPr lang="en-GB" b="0" dirty="0"/>
              <a:t>, and Google Speech-to-Text API </a:t>
            </a:r>
            <a:r>
              <a:rPr lang="en-GB" dirty="0"/>
              <a:t>handle transcription.</a:t>
            </a:r>
          </a:p>
          <a:p>
            <a:pPr marL="158750" indent="0">
              <a:buNone/>
            </a:pPr>
            <a:endParaRPr lang="en-GB" dirty="0"/>
          </a:p>
          <a:p>
            <a:pPr marL="158750" indent="0">
              <a:buNone/>
            </a:pPr>
            <a:r>
              <a:rPr lang="en-GB" b="1" dirty="0"/>
              <a:t>CLICK</a:t>
            </a:r>
            <a:endParaRPr lang="en-GB" dirty="0"/>
          </a:p>
          <a:p>
            <a:pPr marL="158750" indent="0">
              <a:buNone/>
            </a:pPr>
            <a:r>
              <a:rPr lang="en-GB" dirty="0"/>
              <a:t>These outputs feed into </a:t>
            </a:r>
            <a:r>
              <a:rPr lang="en-GB" b="1" dirty="0" err="1"/>
              <a:t>DistilBERT</a:t>
            </a:r>
            <a:r>
              <a:rPr lang="en-GB" dirty="0"/>
              <a:t> and </a:t>
            </a:r>
            <a:r>
              <a:rPr lang="en-GB" b="1" dirty="0" err="1"/>
              <a:t>RoBERTa</a:t>
            </a:r>
            <a:r>
              <a:rPr lang="en-GB" dirty="0"/>
              <a:t> NLP models to detect sentiment and cognitive framing.</a:t>
            </a:r>
          </a:p>
          <a:p>
            <a:pPr marL="158750" indent="0">
              <a:buNone/>
            </a:pPr>
            <a:endParaRPr lang="en-GB" dirty="0"/>
          </a:p>
          <a:p>
            <a:pPr marL="158750" indent="0">
              <a:buNone/>
            </a:pPr>
            <a:r>
              <a:rPr lang="en-GB" b="1" dirty="0"/>
              <a:t>CLICK</a:t>
            </a:r>
            <a:endParaRPr lang="en-GB" dirty="0"/>
          </a:p>
          <a:p>
            <a:pPr marL="158750" indent="0">
              <a:buNone/>
            </a:pPr>
            <a:r>
              <a:rPr lang="en-GB" dirty="0"/>
              <a:t>Finally, </a:t>
            </a:r>
            <a:r>
              <a:rPr lang="en-GB" b="1" dirty="0"/>
              <a:t>Google TTS, pyttsx3, </a:t>
            </a:r>
            <a:r>
              <a:rPr lang="en-GB" b="0" dirty="0"/>
              <a:t>and</a:t>
            </a:r>
            <a:r>
              <a:rPr lang="en-GB" b="1" dirty="0"/>
              <a:t> Coqui TTS </a:t>
            </a:r>
            <a:r>
              <a:rPr lang="en-GB" dirty="0"/>
              <a:t>convert insights into natural-sounding audio summaries.</a:t>
            </a:r>
          </a:p>
          <a:p>
            <a:pPr marL="158750" indent="0">
              <a:buNone/>
            </a:pPr>
            <a:r>
              <a:rPr lang="en-GB" dirty="0"/>
              <a:t>Each model can be swapped independently, enabling both individual and integrated performance evaluations — the essence of this orchestration template.</a:t>
            </a:r>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18680c38407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18680c38407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GB" dirty="0"/>
              <a:t>Evaluation will measure both technical and interpretive performance.</a:t>
            </a:r>
          </a:p>
          <a:p>
            <a:pPr marL="158750" indent="0">
              <a:buNone/>
            </a:pPr>
            <a:endParaRPr lang="en-GB" dirty="0"/>
          </a:p>
          <a:p>
            <a:pPr marL="158750" indent="0">
              <a:buNone/>
            </a:pPr>
            <a:r>
              <a:rPr lang="en-GB" b="1" dirty="0"/>
              <a:t>CLICK</a:t>
            </a:r>
          </a:p>
          <a:p>
            <a:pPr marL="158750" indent="0">
              <a:buNone/>
            </a:pPr>
            <a:r>
              <a:rPr lang="en-GB" dirty="0"/>
              <a:t>OCR and ASR outputs will be tested for transcription accuracy.</a:t>
            </a:r>
          </a:p>
          <a:p>
            <a:pPr marL="158750" indent="0">
              <a:buNone/>
            </a:pPr>
            <a:endParaRPr lang="en-GB"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GB" b="1" dirty="0"/>
              <a:t>CLICK</a:t>
            </a:r>
          </a:p>
          <a:p>
            <a:pPr marL="158750" indent="0">
              <a:buNone/>
            </a:pPr>
            <a:r>
              <a:rPr lang="en-GB" dirty="0"/>
              <a:t>NLP models will be assessed for precision, recall, and F1 across emotion and sentiment classes.</a:t>
            </a:r>
          </a:p>
          <a:p>
            <a:pPr marL="158750" indent="0">
              <a:buNone/>
            </a:pPr>
            <a:endParaRPr lang="en-GB"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GB" b="1" dirty="0"/>
              <a:t>CLICK</a:t>
            </a:r>
            <a:endParaRPr lang="en-GB" b="0" dirty="0"/>
          </a:p>
          <a:p>
            <a:pPr marL="158750" indent="0">
              <a:buNone/>
            </a:pPr>
            <a:r>
              <a:rPr lang="en-GB" dirty="0"/>
              <a:t>For TTS, I’ll consider latency and subjective audio quality.</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GB" b="1"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GB" dirty="0"/>
              <a:t>And since therapists rely on clarity </a:t>
            </a:r>
            <a:r>
              <a:rPr lang="en-GB" b="1" dirty="0"/>
              <a:t>CLICK</a:t>
            </a:r>
            <a:r>
              <a:rPr lang="en-GB" dirty="0"/>
              <a:t>, I’ll evaluate whether the insights remain concise as well as complete — ensuring they summarize without oversimplifying.</a:t>
            </a:r>
          </a:p>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GB" i="0" dirty="0"/>
              <a:t>In closing, this system helps therapists spend less time on repetitive review and more time on the human sides of therapy — empathy, connection, and interpretation.</a:t>
            </a:r>
          </a:p>
          <a:p>
            <a:pPr marL="158750" indent="0">
              <a:buNone/>
            </a:pPr>
            <a:r>
              <a:rPr lang="en-GB" i="0" dirty="0"/>
              <a:t>By orchestrating vision, speech, and language models, it creates a flexible pipeline that can grow into future therapist-assisting tools.</a:t>
            </a:r>
          </a:p>
          <a:p>
            <a:pPr marL="158750" indent="0">
              <a:buNone/>
            </a:pPr>
            <a:r>
              <a:rPr lang="en-GB" i="0" dirty="0"/>
              <a:t>This project demonstrates how modular AI orchestration can enhance mental-health practice </a:t>
            </a:r>
            <a:r>
              <a:rPr lang="en-GB" b="1" i="0" dirty="0"/>
              <a:t>CLICK</a:t>
            </a:r>
            <a:r>
              <a:rPr lang="en-GB" i="0" dirty="0"/>
              <a:t> — not by replacing the professional, but by empowering them.</a:t>
            </a:r>
          </a:p>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2a6cdc1fcba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g2a6cdc1fcba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703500" y="1207063"/>
            <a:ext cx="5736900" cy="20001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5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307675" y="3460625"/>
            <a:ext cx="4528800" cy="475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267675" y="1850"/>
            <a:ext cx="891000" cy="5170200"/>
            <a:chOff x="267675" y="1850"/>
            <a:chExt cx="891000" cy="5170200"/>
          </a:xfrm>
        </p:grpSpPr>
        <p:cxnSp>
          <p:nvCxnSpPr>
            <p:cNvPr id="12" name="Google Shape;12;p2"/>
            <p:cNvCxnSpPr/>
            <p:nvPr/>
          </p:nvCxnSpPr>
          <p:spPr>
            <a:xfrm>
              <a:off x="719150" y="1850"/>
              <a:ext cx="0" cy="5170200"/>
            </a:xfrm>
            <a:prstGeom prst="straightConnector1">
              <a:avLst/>
            </a:prstGeom>
            <a:noFill/>
            <a:ln w="9525" cap="flat" cmpd="sng">
              <a:solidFill>
                <a:schemeClr val="accent1"/>
              </a:solidFill>
              <a:prstDash val="solid"/>
              <a:round/>
              <a:headEnd type="none" w="med" len="med"/>
              <a:tailEnd type="none" w="med" len="med"/>
            </a:ln>
          </p:spPr>
        </p:cxnSp>
        <p:sp>
          <p:nvSpPr>
            <p:cNvPr id="13" name="Google Shape;13;p2"/>
            <p:cNvSpPr/>
            <p:nvPr/>
          </p:nvSpPr>
          <p:spPr>
            <a:xfrm>
              <a:off x="267675" y="2834226"/>
              <a:ext cx="891000" cy="8910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sp>
          <p:nvSpPr>
            <p:cNvPr id="14" name="Google Shape;14;p2"/>
            <p:cNvSpPr/>
            <p:nvPr/>
          </p:nvSpPr>
          <p:spPr>
            <a:xfrm>
              <a:off x="267675" y="3806057"/>
              <a:ext cx="891000" cy="8910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grpSp>
      <p:grpSp>
        <p:nvGrpSpPr>
          <p:cNvPr id="15" name="Google Shape;15;p2"/>
          <p:cNvGrpSpPr/>
          <p:nvPr/>
        </p:nvGrpSpPr>
        <p:grpSpPr>
          <a:xfrm>
            <a:off x="0" y="0"/>
            <a:ext cx="9144000" cy="5143500"/>
            <a:chOff x="0" y="0"/>
            <a:chExt cx="9144000" cy="5143500"/>
          </a:xfrm>
        </p:grpSpPr>
        <p:pic>
          <p:nvPicPr>
            <p:cNvPr id="16" name="Google Shape;16;p2"/>
            <p:cNvPicPr preferRelativeResize="0"/>
            <p:nvPr/>
          </p:nvPicPr>
          <p:blipFill rotWithShape="1">
            <a:blip r:embed="rId2">
              <a:alphaModFix amt="25000"/>
            </a:blip>
            <a:srcRect l="41575" r="4522" b="15867"/>
            <a:stretch/>
          </p:blipFill>
          <p:spPr>
            <a:xfrm flipH="1">
              <a:off x="7125775" y="539500"/>
              <a:ext cx="2018225" cy="4604000"/>
            </a:xfrm>
            <a:prstGeom prst="rect">
              <a:avLst/>
            </a:prstGeom>
            <a:noFill/>
            <a:ln>
              <a:noFill/>
            </a:ln>
            <a:effectLst>
              <a:outerShdw blurRad="571500" dist="371475" dir="12600000" algn="bl" rotWithShape="0">
                <a:srgbClr val="000000">
                  <a:alpha val="55000"/>
                </a:srgbClr>
              </a:outerShdw>
            </a:effectLst>
          </p:spPr>
        </p:pic>
        <p:pic>
          <p:nvPicPr>
            <p:cNvPr id="17" name="Google Shape;17;p2"/>
            <p:cNvPicPr preferRelativeResize="0"/>
            <p:nvPr/>
          </p:nvPicPr>
          <p:blipFill rotWithShape="1">
            <a:blip r:embed="rId3">
              <a:alphaModFix amt="24000"/>
            </a:blip>
            <a:srcRect l="5100" t="-2988" r="-5100" b="38588"/>
            <a:stretch/>
          </p:blipFill>
          <p:spPr>
            <a:xfrm>
              <a:off x="5996900" y="3462775"/>
              <a:ext cx="2705100" cy="1680725"/>
            </a:xfrm>
            <a:prstGeom prst="rect">
              <a:avLst/>
            </a:prstGeom>
            <a:noFill/>
            <a:ln>
              <a:noFill/>
            </a:ln>
            <a:effectLst>
              <a:outerShdw blurRad="671513" dist="19050" dir="15660000" algn="bl" rotWithShape="0">
                <a:srgbClr val="000000">
                  <a:alpha val="47000"/>
                </a:srgbClr>
              </a:outerShdw>
            </a:effectLst>
          </p:spPr>
        </p:pic>
        <p:pic>
          <p:nvPicPr>
            <p:cNvPr id="18" name="Google Shape;18;p2"/>
            <p:cNvPicPr preferRelativeResize="0"/>
            <p:nvPr/>
          </p:nvPicPr>
          <p:blipFill rotWithShape="1">
            <a:blip r:embed="rId4">
              <a:alphaModFix amt="17000"/>
            </a:blip>
            <a:srcRect l="-108" t="60396" r="10074" b="-1334"/>
            <a:stretch/>
          </p:blipFill>
          <p:spPr>
            <a:xfrm flipH="1">
              <a:off x="0" y="0"/>
              <a:ext cx="6697199" cy="1310175"/>
            </a:xfrm>
            <a:prstGeom prst="rect">
              <a:avLst/>
            </a:prstGeom>
            <a:noFill/>
            <a:ln>
              <a:noFill/>
            </a:ln>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0"/>
        <p:cNvGrpSpPr/>
        <p:nvPr/>
      </p:nvGrpSpPr>
      <p:grpSpPr>
        <a:xfrm>
          <a:off x="0" y="0"/>
          <a:ext cx="0" cy="0"/>
          <a:chOff x="0" y="0"/>
          <a:chExt cx="0" cy="0"/>
        </a:xfrm>
      </p:grpSpPr>
      <p:pic>
        <p:nvPicPr>
          <p:cNvPr id="51" name="Google Shape;51;p7"/>
          <p:cNvPicPr preferRelativeResize="0"/>
          <p:nvPr/>
        </p:nvPicPr>
        <p:blipFill rotWithShape="1">
          <a:blip r:embed="rId2">
            <a:alphaModFix amt="31000"/>
          </a:blip>
          <a:srcRect b="7697"/>
          <a:stretch/>
        </p:blipFill>
        <p:spPr>
          <a:xfrm rot="1440451">
            <a:off x="6138249" y="1074825"/>
            <a:ext cx="3315250" cy="4747674"/>
          </a:xfrm>
          <a:prstGeom prst="rect">
            <a:avLst/>
          </a:prstGeom>
          <a:noFill/>
          <a:ln>
            <a:noFill/>
          </a:ln>
          <a:effectLst>
            <a:outerShdw blurRad="385763" dist="247650" dir="16920000" algn="bl" rotWithShape="0">
              <a:srgbClr val="000000">
                <a:alpha val="20000"/>
              </a:srgbClr>
            </a:outerShdw>
          </a:effectLst>
        </p:spPr>
      </p:pic>
      <p:sp>
        <p:nvSpPr>
          <p:cNvPr id="52" name="Google Shape;52;p7"/>
          <p:cNvSpPr txBox="1">
            <a:spLocks noGrp="1"/>
          </p:cNvSpPr>
          <p:nvPr>
            <p:ph type="title"/>
          </p:nvPr>
        </p:nvSpPr>
        <p:spPr>
          <a:xfrm>
            <a:off x="1108463" y="1408050"/>
            <a:ext cx="33342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3" name="Google Shape;53;p7"/>
          <p:cNvSpPr txBox="1">
            <a:spLocks noGrp="1"/>
          </p:cNvSpPr>
          <p:nvPr>
            <p:ph type="subTitle" idx="1"/>
          </p:nvPr>
        </p:nvSpPr>
        <p:spPr>
          <a:xfrm>
            <a:off x="1108463" y="1980750"/>
            <a:ext cx="3334200" cy="175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Nunito Light"/>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0"/>
              </a:spcBef>
              <a:spcAft>
                <a:spcPts val="0"/>
              </a:spcAft>
              <a:buClr>
                <a:srgbClr val="E76A28"/>
              </a:buClr>
              <a:buSzPts val="1200"/>
              <a:buFont typeface="Nunito Light"/>
              <a:buChar char="■"/>
              <a:defRPr/>
            </a:lvl3pPr>
            <a:lvl4pPr lvl="3" algn="ctr" rtl="0">
              <a:lnSpc>
                <a:spcPct val="100000"/>
              </a:lnSpc>
              <a:spcBef>
                <a:spcPts val="0"/>
              </a:spcBef>
              <a:spcAft>
                <a:spcPts val="0"/>
              </a:spcAft>
              <a:buClr>
                <a:srgbClr val="E76A28"/>
              </a:buClr>
              <a:buSzPts val="12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200"/>
              <a:buFont typeface="Nunito Light"/>
              <a:buChar char="●"/>
              <a:defRPr/>
            </a:lvl7pPr>
            <a:lvl8pPr lvl="7" algn="ctr" rtl="0">
              <a:lnSpc>
                <a:spcPct val="100000"/>
              </a:lnSpc>
              <a:spcBef>
                <a:spcPts val="0"/>
              </a:spcBef>
              <a:spcAft>
                <a:spcPts val="0"/>
              </a:spcAft>
              <a:buClr>
                <a:srgbClr val="999999"/>
              </a:buClr>
              <a:buSzPts val="12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54" name="Google Shape;54;p7"/>
          <p:cNvSpPr>
            <a:spLocks noGrp="1"/>
          </p:cNvSpPr>
          <p:nvPr>
            <p:ph type="pic" idx="2"/>
          </p:nvPr>
        </p:nvSpPr>
        <p:spPr>
          <a:xfrm>
            <a:off x="5248538" y="539500"/>
            <a:ext cx="2787000" cy="4064400"/>
          </a:xfrm>
          <a:prstGeom prst="round2SameRect">
            <a:avLst>
              <a:gd name="adj1" fmla="val 16667"/>
              <a:gd name="adj2" fmla="val 0"/>
            </a:avLst>
          </a:prstGeom>
          <a:noFill/>
          <a:ln w="9525" cap="flat" cmpd="sng">
            <a:solidFill>
              <a:schemeClr val="accent1"/>
            </a:solidFill>
            <a:prstDash val="solid"/>
            <a:round/>
            <a:headEnd type="none" w="sm" len="sm"/>
            <a:tailEnd type="none" w="sm" len="sm"/>
          </a:ln>
        </p:spPr>
      </p:sp>
      <p:grpSp>
        <p:nvGrpSpPr>
          <p:cNvPr id="55" name="Google Shape;55;p7"/>
          <p:cNvGrpSpPr/>
          <p:nvPr/>
        </p:nvGrpSpPr>
        <p:grpSpPr>
          <a:xfrm>
            <a:off x="775" y="250100"/>
            <a:ext cx="9160800" cy="4912800"/>
            <a:chOff x="775" y="250100"/>
            <a:chExt cx="9160800" cy="4912800"/>
          </a:xfrm>
        </p:grpSpPr>
        <p:cxnSp>
          <p:nvCxnSpPr>
            <p:cNvPr id="56" name="Google Shape;56;p7"/>
            <p:cNvCxnSpPr/>
            <p:nvPr/>
          </p:nvCxnSpPr>
          <p:spPr>
            <a:xfrm rot="10800000">
              <a:off x="775" y="250100"/>
              <a:ext cx="9160800" cy="0"/>
            </a:xfrm>
            <a:prstGeom prst="straightConnector1">
              <a:avLst/>
            </a:prstGeom>
            <a:noFill/>
            <a:ln w="9525" cap="flat" cmpd="sng">
              <a:solidFill>
                <a:schemeClr val="accent1"/>
              </a:solidFill>
              <a:prstDash val="solid"/>
              <a:round/>
              <a:headEnd type="none" w="med" len="med"/>
              <a:tailEnd type="none" w="med" len="med"/>
            </a:ln>
          </p:spPr>
        </p:cxnSp>
        <p:sp>
          <p:nvSpPr>
            <p:cNvPr id="57" name="Google Shape;57;p7"/>
            <p:cNvSpPr/>
            <p:nvPr/>
          </p:nvSpPr>
          <p:spPr>
            <a:xfrm>
              <a:off x="133850" y="250100"/>
              <a:ext cx="718200" cy="7182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sp>
          <p:nvSpPr>
            <p:cNvPr id="58" name="Google Shape;58;p7"/>
            <p:cNvSpPr/>
            <p:nvPr/>
          </p:nvSpPr>
          <p:spPr>
            <a:xfrm>
              <a:off x="244700" y="609200"/>
              <a:ext cx="496500" cy="620700"/>
            </a:xfrm>
            <a:prstGeom prst="round2SameRect">
              <a:avLst>
                <a:gd name="adj1" fmla="val 50000"/>
                <a:gd name="adj2" fmla="val 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cxnSp>
          <p:nvCxnSpPr>
            <p:cNvPr id="59" name="Google Shape;59;p7"/>
            <p:cNvCxnSpPr>
              <a:stCxn id="58" idx="1"/>
            </p:cNvCxnSpPr>
            <p:nvPr/>
          </p:nvCxnSpPr>
          <p:spPr>
            <a:xfrm>
              <a:off x="492950" y="1229900"/>
              <a:ext cx="0" cy="3933000"/>
            </a:xfrm>
            <a:prstGeom prst="straightConnector1">
              <a:avLst/>
            </a:prstGeom>
            <a:noFill/>
            <a:ln w="9525" cap="flat" cmpd="sng">
              <a:solidFill>
                <a:schemeClr val="accent1"/>
              </a:solidFill>
              <a:prstDash val="solid"/>
              <a:round/>
              <a:headEnd type="none" w="med" len="med"/>
              <a:tailEnd type="none" w="med" len="med"/>
            </a:ln>
          </p:spPr>
        </p:cxn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0"/>
        <p:cNvGrpSpPr/>
        <p:nvPr/>
      </p:nvGrpSpPr>
      <p:grpSpPr>
        <a:xfrm>
          <a:off x="0" y="0"/>
          <a:ext cx="0" cy="0"/>
          <a:chOff x="0" y="0"/>
          <a:chExt cx="0" cy="0"/>
        </a:xfrm>
      </p:grpSpPr>
      <p:sp>
        <p:nvSpPr>
          <p:cNvPr id="61" name="Google Shape;61;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2"/>
        <p:cNvGrpSpPr/>
        <p:nvPr/>
      </p:nvGrpSpPr>
      <p:grpSpPr>
        <a:xfrm>
          <a:off x="0" y="0"/>
          <a:ext cx="0" cy="0"/>
          <a:chOff x="0" y="0"/>
          <a:chExt cx="0" cy="0"/>
        </a:xfrm>
      </p:grpSpPr>
      <p:sp>
        <p:nvSpPr>
          <p:cNvPr id="63" name="Google Shape;63;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15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64" name="Google Shape;64;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2"/>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112"/>
        <p:cNvGrpSpPr/>
        <p:nvPr/>
      </p:nvGrpSpPr>
      <p:grpSpPr>
        <a:xfrm>
          <a:off x="0" y="0"/>
          <a:ext cx="0" cy="0"/>
          <a:chOff x="0" y="0"/>
          <a:chExt cx="0" cy="0"/>
        </a:xfrm>
      </p:grpSpPr>
      <p:pic>
        <p:nvPicPr>
          <p:cNvPr id="113" name="Google Shape;113;p16"/>
          <p:cNvPicPr preferRelativeResize="0"/>
          <p:nvPr/>
        </p:nvPicPr>
        <p:blipFill rotWithShape="1">
          <a:blip r:embed="rId2">
            <a:alphaModFix amt="31000"/>
          </a:blip>
          <a:srcRect b="7697"/>
          <a:stretch/>
        </p:blipFill>
        <p:spPr>
          <a:xfrm rot="1440451">
            <a:off x="6138249" y="1074825"/>
            <a:ext cx="3315250" cy="4747674"/>
          </a:xfrm>
          <a:prstGeom prst="rect">
            <a:avLst/>
          </a:prstGeom>
          <a:noFill/>
          <a:ln>
            <a:noFill/>
          </a:ln>
          <a:effectLst>
            <a:outerShdw blurRad="385763" dist="247650" dir="16920000" algn="bl" rotWithShape="0">
              <a:srgbClr val="000000">
                <a:alpha val="20000"/>
              </a:srgbClr>
            </a:outerShdw>
          </a:effectLst>
        </p:spPr>
      </p:pic>
      <p:sp>
        <p:nvSpPr>
          <p:cNvPr id="114" name="Google Shape;114;p16"/>
          <p:cNvSpPr txBox="1">
            <a:spLocks noGrp="1"/>
          </p:cNvSpPr>
          <p:nvPr>
            <p:ph type="title"/>
          </p:nvPr>
        </p:nvSpPr>
        <p:spPr>
          <a:xfrm>
            <a:off x="1108463" y="1408050"/>
            <a:ext cx="3334200" cy="572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15" name="Google Shape;115;p16"/>
          <p:cNvSpPr txBox="1">
            <a:spLocks noGrp="1"/>
          </p:cNvSpPr>
          <p:nvPr>
            <p:ph type="subTitle" idx="1"/>
          </p:nvPr>
        </p:nvSpPr>
        <p:spPr>
          <a:xfrm>
            <a:off x="1108463" y="1980750"/>
            <a:ext cx="3334200" cy="1754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Font typeface="Nunito Light"/>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0"/>
              </a:spcBef>
              <a:spcAft>
                <a:spcPts val="0"/>
              </a:spcAft>
              <a:buClr>
                <a:srgbClr val="E76A28"/>
              </a:buClr>
              <a:buSzPts val="1200"/>
              <a:buFont typeface="Nunito Light"/>
              <a:buChar char="■"/>
              <a:defRPr/>
            </a:lvl3pPr>
            <a:lvl4pPr lvl="3" algn="ctr">
              <a:lnSpc>
                <a:spcPct val="100000"/>
              </a:lnSpc>
              <a:spcBef>
                <a:spcPts val="0"/>
              </a:spcBef>
              <a:spcAft>
                <a:spcPts val="0"/>
              </a:spcAft>
              <a:buClr>
                <a:srgbClr val="E76A28"/>
              </a:buClr>
              <a:buSzPts val="1200"/>
              <a:buFont typeface="Nunito Light"/>
              <a:buChar char="●"/>
              <a:defRPr/>
            </a:lvl4pPr>
            <a:lvl5pPr lvl="4" algn="ctr">
              <a:lnSpc>
                <a:spcPct val="100000"/>
              </a:lnSpc>
              <a:spcBef>
                <a:spcPts val="0"/>
              </a:spcBef>
              <a:spcAft>
                <a:spcPts val="0"/>
              </a:spcAft>
              <a:buClr>
                <a:srgbClr val="E76A28"/>
              </a:buClr>
              <a:buSzPts val="1200"/>
              <a:buFont typeface="Nunito Light"/>
              <a:buChar char="○"/>
              <a:defRPr/>
            </a:lvl5pPr>
            <a:lvl6pPr lvl="5" algn="ctr">
              <a:lnSpc>
                <a:spcPct val="100000"/>
              </a:lnSpc>
              <a:spcBef>
                <a:spcPts val="0"/>
              </a:spcBef>
              <a:spcAft>
                <a:spcPts val="0"/>
              </a:spcAft>
              <a:buClr>
                <a:srgbClr val="999999"/>
              </a:buClr>
              <a:buSzPts val="1200"/>
              <a:buFont typeface="Nunito Light"/>
              <a:buChar char="■"/>
              <a:defRPr/>
            </a:lvl6pPr>
            <a:lvl7pPr lvl="6" algn="ctr">
              <a:lnSpc>
                <a:spcPct val="100000"/>
              </a:lnSpc>
              <a:spcBef>
                <a:spcPts val="0"/>
              </a:spcBef>
              <a:spcAft>
                <a:spcPts val="0"/>
              </a:spcAft>
              <a:buClr>
                <a:srgbClr val="999999"/>
              </a:buClr>
              <a:buSzPts val="1200"/>
              <a:buFont typeface="Nunito Light"/>
              <a:buChar char="●"/>
              <a:defRPr/>
            </a:lvl7pPr>
            <a:lvl8pPr lvl="7" algn="ctr">
              <a:lnSpc>
                <a:spcPct val="100000"/>
              </a:lnSpc>
              <a:spcBef>
                <a:spcPts val="0"/>
              </a:spcBef>
              <a:spcAft>
                <a:spcPts val="0"/>
              </a:spcAft>
              <a:buClr>
                <a:srgbClr val="999999"/>
              </a:buClr>
              <a:buSzPts val="1200"/>
              <a:buFont typeface="Nunito Light"/>
              <a:buChar char="○"/>
              <a:defRPr/>
            </a:lvl8pPr>
            <a:lvl9pPr lvl="8" algn="ctr">
              <a:lnSpc>
                <a:spcPct val="100000"/>
              </a:lnSpc>
              <a:spcBef>
                <a:spcPts val="0"/>
              </a:spcBef>
              <a:spcAft>
                <a:spcPts val="0"/>
              </a:spcAft>
              <a:buClr>
                <a:srgbClr val="999999"/>
              </a:buClr>
              <a:buSzPts val="1200"/>
              <a:buFont typeface="Nunito Light"/>
              <a:buChar char="■"/>
              <a:defRPr/>
            </a:lvl9pPr>
          </a:lstStyle>
          <a:p>
            <a:endParaRPr/>
          </a:p>
        </p:txBody>
      </p:sp>
      <p:sp>
        <p:nvSpPr>
          <p:cNvPr id="116" name="Google Shape;116;p16"/>
          <p:cNvSpPr>
            <a:spLocks noGrp="1"/>
          </p:cNvSpPr>
          <p:nvPr>
            <p:ph type="pic" idx="2"/>
          </p:nvPr>
        </p:nvSpPr>
        <p:spPr>
          <a:xfrm>
            <a:off x="5248538" y="539500"/>
            <a:ext cx="2787000" cy="4064400"/>
          </a:xfrm>
          <a:prstGeom prst="round2SameRect">
            <a:avLst>
              <a:gd name="adj1" fmla="val 16667"/>
              <a:gd name="adj2" fmla="val 0"/>
            </a:avLst>
          </a:prstGeom>
          <a:noFill/>
          <a:ln w="9525" cap="flat" cmpd="sng">
            <a:solidFill>
              <a:schemeClr val="accent1"/>
            </a:solidFill>
            <a:prstDash val="solid"/>
            <a:round/>
            <a:headEnd type="none" w="sm" len="sm"/>
            <a:tailEnd type="none" w="sm" len="sm"/>
          </a:ln>
        </p:spPr>
      </p:sp>
      <p:grpSp>
        <p:nvGrpSpPr>
          <p:cNvPr id="117" name="Google Shape;117;p16"/>
          <p:cNvGrpSpPr/>
          <p:nvPr/>
        </p:nvGrpSpPr>
        <p:grpSpPr>
          <a:xfrm>
            <a:off x="775" y="250100"/>
            <a:ext cx="9160800" cy="4912800"/>
            <a:chOff x="775" y="250100"/>
            <a:chExt cx="9160800" cy="4912800"/>
          </a:xfrm>
        </p:grpSpPr>
        <p:cxnSp>
          <p:nvCxnSpPr>
            <p:cNvPr id="118" name="Google Shape;118;p16"/>
            <p:cNvCxnSpPr/>
            <p:nvPr/>
          </p:nvCxnSpPr>
          <p:spPr>
            <a:xfrm rot="10800000">
              <a:off x="775" y="250100"/>
              <a:ext cx="9160800" cy="0"/>
            </a:xfrm>
            <a:prstGeom prst="straightConnector1">
              <a:avLst/>
            </a:prstGeom>
            <a:noFill/>
            <a:ln w="9525" cap="flat" cmpd="sng">
              <a:solidFill>
                <a:schemeClr val="accent1"/>
              </a:solidFill>
              <a:prstDash val="solid"/>
              <a:round/>
              <a:headEnd type="none" w="med" len="med"/>
              <a:tailEnd type="none" w="med" len="med"/>
            </a:ln>
          </p:spPr>
        </p:cxnSp>
        <p:sp>
          <p:nvSpPr>
            <p:cNvPr id="119" name="Google Shape;119;p16"/>
            <p:cNvSpPr/>
            <p:nvPr/>
          </p:nvSpPr>
          <p:spPr>
            <a:xfrm>
              <a:off x="133850" y="250100"/>
              <a:ext cx="718200" cy="7182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sp>
          <p:nvSpPr>
            <p:cNvPr id="120" name="Google Shape;120;p16"/>
            <p:cNvSpPr/>
            <p:nvPr/>
          </p:nvSpPr>
          <p:spPr>
            <a:xfrm>
              <a:off x="244700" y="609200"/>
              <a:ext cx="496500" cy="620700"/>
            </a:xfrm>
            <a:prstGeom prst="round2SameRect">
              <a:avLst>
                <a:gd name="adj1" fmla="val 50000"/>
                <a:gd name="adj2" fmla="val 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cxnSp>
          <p:nvCxnSpPr>
            <p:cNvPr id="121" name="Google Shape;121;p16"/>
            <p:cNvCxnSpPr>
              <a:stCxn id="120" idx="1"/>
            </p:cNvCxnSpPr>
            <p:nvPr/>
          </p:nvCxnSpPr>
          <p:spPr>
            <a:xfrm>
              <a:off x="492950" y="1229900"/>
              <a:ext cx="0" cy="3933000"/>
            </a:xfrm>
            <a:prstGeom prst="straightConnector1">
              <a:avLst/>
            </a:prstGeom>
            <a:noFill/>
            <a:ln w="9525" cap="flat" cmpd="sng">
              <a:solidFill>
                <a:schemeClr val="accent1"/>
              </a:solidFill>
              <a:prstDash val="solid"/>
              <a:round/>
              <a:headEnd type="none" w="med" len="med"/>
              <a:tailEnd type="none" w="med" len="med"/>
            </a:ln>
          </p:spPr>
        </p:cxn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30"/>
        <p:cNvGrpSpPr/>
        <p:nvPr/>
      </p:nvGrpSpPr>
      <p:grpSpPr>
        <a:xfrm>
          <a:off x="0" y="0"/>
          <a:ext cx="0" cy="0"/>
          <a:chOff x="0" y="0"/>
          <a:chExt cx="0" cy="0"/>
        </a:xfrm>
      </p:grpSpPr>
      <p:sp>
        <p:nvSpPr>
          <p:cNvPr id="131" name="Google Shape;131;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2" name="Google Shape;132;p18"/>
          <p:cNvSpPr txBox="1">
            <a:spLocks noGrp="1"/>
          </p:cNvSpPr>
          <p:nvPr>
            <p:ph type="subTitle" idx="1"/>
          </p:nvPr>
        </p:nvSpPr>
        <p:spPr>
          <a:xfrm>
            <a:off x="937625" y="2791850"/>
            <a:ext cx="2175300" cy="1244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3" name="Google Shape;133;p18"/>
          <p:cNvSpPr txBox="1">
            <a:spLocks noGrp="1"/>
          </p:cNvSpPr>
          <p:nvPr>
            <p:ph type="subTitle" idx="2"/>
          </p:nvPr>
        </p:nvSpPr>
        <p:spPr>
          <a:xfrm>
            <a:off x="3484347" y="2791850"/>
            <a:ext cx="2175300" cy="1244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4" name="Google Shape;134;p18"/>
          <p:cNvSpPr txBox="1">
            <a:spLocks noGrp="1"/>
          </p:cNvSpPr>
          <p:nvPr>
            <p:ph type="subTitle" idx="3"/>
          </p:nvPr>
        </p:nvSpPr>
        <p:spPr>
          <a:xfrm>
            <a:off x="6031075" y="2791850"/>
            <a:ext cx="2175300" cy="1244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5" name="Google Shape;135;p18"/>
          <p:cNvSpPr txBox="1">
            <a:spLocks noGrp="1"/>
          </p:cNvSpPr>
          <p:nvPr>
            <p:ph type="subTitle" idx="4"/>
          </p:nvPr>
        </p:nvSpPr>
        <p:spPr>
          <a:xfrm>
            <a:off x="937625" y="2403450"/>
            <a:ext cx="2175300" cy="47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EB Garamond"/>
              <a:buNone/>
              <a:defRPr sz="1800">
                <a:solidFill>
                  <a:schemeClr val="dk1"/>
                </a:solidFill>
                <a:latin typeface="EB Garamond SemiBold"/>
                <a:ea typeface="EB Garamond SemiBold"/>
                <a:cs typeface="EB Garamond SemiBold"/>
                <a:sym typeface="EB Garamond SemiBold"/>
              </a:defRPr>
            </a:lvl1pPr>
            <a:lvl2pPr lvl="1"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2pPr>
            <a:lvl3pPr lvl="2"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3pPr>
            <a:lvl4pPr lvl="3"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4pPr>
            <a:lvl5pPr lvl="4"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5pPr>
            <a:lvl6pPr lvl="5"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6pPr>
            <a:lvl7pPr lvl="6"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7pPr>
            <a:lvl8pPr lvl="7"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8pPr>
            <a:lvl9pPr lvl="8"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9pPr>
          </a:lstStyle>
          <a:p>
            <a:endParaRPr/>
          </a:p>
        </p:txBody>
      </p:sp>
      <p:sp>
        <p:nvSpPr>
          <p:cNvPr id="136" name="Google Shape;136;p18"/>
          <p:cNvSpPr txBox="1">
            <a:spLocks noGrp="1"/>
          </p:cNvSpPr>
          <p:nvPr>
            <p:ph type="subTitle" idx="5"/>
          </p:nvPr>
        </p:nvSpPr>
        <p:spPr>
          <a:xfrm>
            <a:off x="3484350" y="2403450"/>
            <a:ext cx="2175300" cy="47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EB Garamond"/>
              <a:buNone/>
              <a:defRPr sz="1800">
                <a:solidFill>
                  <a:schemeClr val="dk1"/>
                </a:solidFill>
                <a:latin typeface="EB Garamond SemiBold"/>
                <a:ea typeface="EB Garamond SemiBold"/>
                <a:cs typeface="EB Garamond SemiBold"/>
                <a:sym typeface="EB Garamond SemiBold"/>
              </a:defRPr>
            </a:lvl1pPr>
            <a:lvl2pPr lvl="1"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2pPr>
            <a:lvl3pPr lvl="2"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3pPr>
            <a:lvl4pPr lvl="3"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4pPr>
            <a:lvl5pPr lvl="4"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5pPr>
            <a:lvl6pPr lvl="5"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6pPr>
            <a:lvl7pPr lvl="6"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7pPr>
            <a:lvl8pPr lvl="7"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8pPr>
            <a:lvl9pPr lvl="8"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9pPr>
          </a:lstStyle>
          <a:p>
            <a:endParaRPr/>
          </a:p>
        </p:txBody>
      </p:sp>
      <p:sp>
        <p:nvSpPr>
          <p:cNvPr id="137" name="Google Shape;137;p18"/>
          <p:cNvSpPr txBox="1">
            <a:spLocks noGrp="1"/>
          </p:cNvSpPr>
          <p:nvPr>
            <p:ph type="subTitle" idx="6"/>
          </p:nvPr>
        </p:nvSpPr>
        <p:spPr>
          <a:xfrm>
            <a:off x="6031075" y="2403450"/>
            <a:ext cx="2175300" cy="47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EB Garamond"/>
              <a:buNone/>
              <a:defRPr sz="1800">
                <a:solidFill>
                  <a:schemeClr val="dk1"/>
                </a:solidFill>
                <a:latin typeface="EB Garamond SemiBold"/>
                <a:ea typeface="EB Garamond SemiBold"/>
                <a:cs typeface="EB Garamond SemiBold"/>
                <a:sym typeface="EB Garamond SemiBold"/>
              </a:defRPr>
            </a:lvl1pPr>
            <a:lvl2pPr lvl="1"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2pPr>
            <a:lvl3pPr lvl="2"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3pPr>
            <a:lvl4pPr lvl="3"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4pPr>
            <a:lvl5pPr lvl="4"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5pPr>
            <a:lvl6pPr lvl="5"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6pPr>
            <a:lvl7pPr lvl="6"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7pPr>
            <a:lvl8pPr lvl="7"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8pPr>
            <a:lvl9pPr lvl="8"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9pPr>
          </a:lstStyle>
          <a:p>
            <a:endParaRPr/>
          </a:p>
        </p:txBody>
      </p:sp>
      <p:grpSp>
        <p:nvGrpSpPr>
          <p:cNvPr id="138" name="Google Shape;138;p18"/>
          <p:cNvGrpSpPr/>
          <p:nvPr/>
        </p:nvGrpSpPr>
        <p:grpSpPr>
          <a:xfrm>
            <a:off x="8124850" y="-26550"/>
            <a:ext cx="797300" cy="5196600"/>
            <a:chOff x="8124850" y="-26550"/>
            <a:chExt cx="797300" cy="5196600"/>
          </a:xfrm>
        </p:grpSpPr>
        <p:cxnSp>
          <p:nvCxnSpPr>
            <p:cNvPr id="139" name="Google Shape;139;p18"/>
            <p:cNvCxnSpPr/>
            <p:nvPr/>
          </p:nvCxnSpPr>
          <p:spPr>
            <a:xfrm>
              <a:off x="8922150" y="-26550"/>
              <a:ext cx="0" cy="5196600"/>
            </a:xfrm>
            <a:prstGeom prst="straightConnector1">
              <a:avLst/>
            </a:prstGeom>
            <a:noFill/>
            <a:ln w="9525" cap="flat" cmpd="sng">
              <a:solidFill>
                <a:schemeClr val="accent1"/>
              </a:solidFill>
              <a:prstDash val="solid"/>
              <a:round/>
              <a:headEnd type="none" w="med" len="med"/>
              <a:tailEnd type="none" w="med" len="med"/>
            </a:ln>
          </p:spPr>
        </p:cxnSp>
        <p:sp>
          <p:nvSpPr>
            <p:cNvPr id="140" name="Google Shape;140;p18"/>
            <p:cNvSpPr/>
            <p:nvPr/>
          </p:nvSpPr>
          <p:spPr>
            <a:xfrm>
              <a:off x="8124850" y="4490375"/>
              <a:ext cx="669300" cy="6693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sp>
          <p:nvSpPr>
            <p:cNvPr id="141" name="Google Shape;141;p18"/>
            <p:cNvSpPr/>
            <p:nvPr/>
          </p:nvSpPr>
          <p:spPr>
            <a:xfrm rot="-5400000">
              <a:off x="8372250" y="4550125"/>
              <a:ext cx="549900" cy="549900"/>
            </a:xfrm>
            <a:prstGeom prst="round2SameRect">
              <a:avLst>
                <a:gd name="adj1" fmla="val 50000"/>
                <a:gd name="adj2" fmla="val 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grpSp>
      <p:pic>
        <p:nvPicPr>
          <p:cNvPr id="142" name="Google Shape;142;p18"/>
          <p:cNvPicPr preferRelativeResize="0"/>
          <p:nvPr/>
        </p:nvPicPr>
        <p:blipFill rotWithShape="1">
          <a:blip r:embed="rId2">
            <a:alphaModFix amt="15000"/>
          </a:blip>
          <a:srcRect l="45163" t="14756" r="6852" b="19631"/>
          <a:stretch/>
        </p:blipFill>
        <p:spPr>
          <a:xfrm>
            <a:off x="0" y="3171200"/>
            <a:ext cx="1339950" cy="1972300"/>
          </a:xfrm>
          <a:prstGeom prst="rect">
            <a:avLst/>
          </a:prstGeom>
          <a:noFill/>
          <a:ln>
            <a:noFill/>
          </a:ln>
          <a:effectLst>
            <a:outerShdw blurRad="571500" dist="371475" dir="17460000" algn="bl" rotWithShape="0">
              <a:srgbClr val="000000">
                <a:alpha val="55000"/>
              </a:srgbClr>
            </a:outerShdw>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72"/>
        <p:cNvGrpSpPr/>
        <p:nvPr/>
      </p:nvGrpSpPr>
      <p:grpSpPr>
        <a:xfrm>
          <a:off x="0" y="0"/>
          <a:ext cx="0" cy="0"/>
          <a:chOff x="0" y="0"/>
          <a:chExt cx="0" cy="0"/>
        </a:xfrm>
      </p:grpSpPr>
      <p:sp>
        <p:nvSpPr>
          <p:cNvPr id="173" name="Google Shape;173;p21"/>
          <p:cNvSpPr txBox="1">
            <a:spLocks noGrp="1"/>
          </p:cNvSpPr>
          <p:nvPr>
            <p:ph type="title"/>
          </p:nvPr>
        </p:nvSpPr>
        <p:spPr>
          <a:xfrm>
            <a:off x="3041971" y="539500"/>
            <a:ext cx="3060000" cy="984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5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4" name="Google Shape;174;p21"/>
          <p:cNvSpPr txBox="1">
            <a:spLocks noGrp="1"/>
          </p:cNvSpPr>
          <p:nvPr>
            <p:ph type="subTitle" idx="1"/>
          </p:nvPr>
        </p:nvSpPr>
        <p:spPr>
          <a:xfrm>
            <a:off x="3041950" y="1524400"/>
            <a:ext cx="3060000" cy="1142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5" name="Google Shape;175;p21"/>
          <p:cNvSpPr txBox="1"/>
          <p:nvPr/>
        </p:nvSpPr>
        <p:spPr>
          <a:xfrm>
            <a:off x="2986250" y="3399075"/>
            <a:ext cx="3171600" cy="769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dk1"/>
                </a:solidFill>
                <a:latin typeface="Alegreya Sans"/>
                <a:ea typeface="Alegreya Sans"/>
                <a:cs typeface="Alegreya Sans"/>
                <a:sym typeface="Alegreya Sans"/>
              </a:rPr>
              <a:t>CREDITS</a:t>
            </a:r>
            <a:r>
              <a:rPr lang="en" sz="1200">
                <a:solidFill>
                  <a:schemeClr val="dk1"/>
                </a:solidFill>
                <a:latin typeface="Alegreya Sans Medium"/>
                <a:ea typeface="Alegreya Sans Medium"/>
                <a:cs typeface="Alegreya Sans Medium"/>
                <a:sym typeface="Alegreya Sans Medium"/>
              </a:rPr>
              <a:t>: This presentation template was created by </a:t>
            </a:r>
            <a:r>
              <a:rPr lang="en" sz="1200" b="1" u="sng">
                <a:solidFill>
                  <a:schemeClr val="dk1"/>
                </a:solidFill>
                <a:latin typeface="Alegreya Sans"/>
                <a:ea typeface="Alegreya Sans"/>
                <a:cs typeface="Alegreya Sans"/>
                <a:sym typeface="Alegreya Sans"/>
                <a:hlinkClick r:id="rId2">
                  <a:extLst>
                    <a:ext uri="{A12FA001-AC4F-418D-AE19-62706E023703}">
                      <ahyp:hlinkClr xmlns:ahyp="http://schemas.microsoft.com/office/drawing/2018/hyperlinkcolor" val="tx"/>
                    </a:ext>
                  </a:extLst>
                </a:hlinkClick>
              </a:rPr>
              <a:t>Slidesgo</a:t>
            </a:r>
            <a:r>
              <a:rPr lang="en" sz="1200">
                <a:solidFill>
                  <a:schemeClr val="dk1"/>
                </a:solidFill>
                <a:latin typeface="Alegreya Sans Medium"/>
                <a:ea typeface="Alegreya Sans Medium"/>
                <a:cs typeface="Alegreya Sans Medium"/>
                <a:sym typeface="Alegreya Sans Medium"/>
              </a:rPr>
              <a:t>, and includes icons, infographics &amp; images by </a:t>
            </a:r>
            <a:r>
              <a:rPr lang="en" sz="1200" b="1" u="sng">
                <a:solidFill>
                  <a:schemeClr val="dk1"/>
                </a:solidFill>
                <a:latin typeface="Alegreya Sans"/>
                <a:ea typeface="Alegreya Sans"/>
                <a:cs typeface="Alegreya Sans"/>
                <a:sym typeface="Alegreya Sans"/>
                <a:hlinkClick r:id="rId3">
                  <a:extLst>
                    <a:ext uri="{A12FA001-AC4F-418D-AE19-62706E023703}">
                      <ahyp:hlinkClr xmlns:ahyp="http://schemas.microsoft.com/office/drawing/2018/hyperlinkcolor" val="tx"/>
                    </a:ext>
                  </a:extLst>
                </a:hlinkClick>
              </a:rPr>
              <a:t>Freepik</a:t>
            </a:r>
            <a:r>
              <a:rPr lang="en" sz="1200" b="1" u="sng">
                <a:solidFill>
                  <a:schemeClr val="dk1"/>
                </a:solidFill>
                <a:latin typeface="Alegreya Sans"/>
                <a:ea typeface="Alegreya Sans"/>
                <a:cs typeface="Alegreya Sans"/>
                <a:sym typeface="Alegreya Sans"/>
              </a:rPr>
              <a:t> </a:t>
            </a:r>
            <a:endParaRPr sz="1200" b="1" u="sng">
              <a:solidFill>
                <a:schemeClr val="dk1"/>
              </a:solidFill>
              <a:latin typeface="Alegreya Sans"/>
              <a:ea typeface="Alegreya Sans"/>
              <a:cs typeface="Alegreya Sans"/>
              <a:sym typeface="Alegreya Sans"/>
            </a:endParaRPr>
          </a:p>
        </p:txBody>
      </p:sp>
      <p:grpSp>
        <p:nvGrpSpPr>
          <p:cNvPr id="176" name="Google Shape;176;p21"/>
          <p:cNvGrpSpPr/>
          <p:nvPr/>
        </p:nvGrpSpPr>
        <p:grpSpPr>
          <a:xfrm>
            <a:off x="7538750" y="1850"/>
            <a:ext cx="1784100" cy="5170200"/>
            <a:chOff x="7538750" y="1850"/>
            <a:chExt cx="1784100" cy="5170200"/>
          </a:xfrm>
        </p:grpSpPr>
        <p:grpSp>
          <p:nvGrpSpPr>
            <p:cNvPr id="177" name="Google Shape;177;p21"/>
            <p:cNvGrpSpPr/>
            <p:nvPr/>
          </p:nvGrpSpPr>
          <p:grpSpPr>
            <a:xfrm>
              <a:off x="7538750" y="1850"/>
              <a:ext cx="1784100" cy="5170200"/>
              <a:chOff x="-420825" y="1850"/>
              <a:chExt cx="1784100" cy="5170200"/>
            </a:xfrm>
          </p:grpSpPr>
          <p:cxnSp>
            <p:nvCxnSpPr>
              <p:cNvPr id="178" name="Google Shape;178;p21"/>
              <p:cNvCxnSpPr/>
              <p:nvPr/>
            </p:nvCxnSpPr>
            <p:spPr>
              <a:xfrm>
                <a:off x="719150" y="1850"/>
                <a:ext cx="0" cy="5170200"/>
              </a:xfrm>
              <a:prstGeom prst="straightConnector1">
                <a:avLst/>
              </a:prstGeom>
              <a:noFill/>
              <a:ln w="9525" cap="flat" cmpd="sng">
                <a:solidFill>
                  <a:schemeClr val="accent1"/>
                </a:solidFill>
                <a:prstDash val="solid"/>
                <a:round/>
                <a:headEnd type="none" w="med" len="med"/>
                <a:tailEnd type="none" w="med" len="med"/>
              </a:ln>
            </p:spPr>
          </p:cxnSp>
          <p:sp>
            <p:nvSpPr>
              <p:cNvPr id="179" name="Google Shape;179;p21"/>
              <p:cNvSpPr/>
              <p:nvPr/>
            </p:nvSpPr>
            <p:spPr>
              <a:xfrm>
                <a:off x="-420825" y="1694898"/>
                <a:ext cx="1784100" cy="17841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grpSp>
        <p:sp>
          <p:nvSpPr>
            <p:cNvPr id="180" name="Google Shape;180;p21"/>
            <p:cNvSpPr/>
            <p:nvPr/>
          </p:nvSpPr>
          <p:spPr>
            <a:xfrm rot="-5400000">
              <a:off x="7751575" y="2121350"/>
              <a:ext cx="931200" cy="931200"/>
            </a:xfrm>
            <a:prstGeom prst="round2SameRect">
              <a:avLst>
                <a:gd name="adj1" fmla="val 50000"/>
                <a:gd name="adj2" fmla="val 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grpSp>
      <p:pic>
        <p:nvPicPr>
          <p:cNvPr id="181" name="Google Shape;181;p21"/>
          <p:cNvPicPr preferRelativeResize="0"/>
          <p:nvPr/>
        </p:nvPicPr>
        <p:blipFill>
          <a:blip r:embed="rId4">
            <a:alphaModFix amt="15000"/>
          </a:blip>
          <a:stretch>
            <a:fillRect/>
          </a:stretch>
        </p:blipFill>
        <p:spPr>
          <a:xfrm rot="-1980899">
            <a:off x="50211" y="-614000"/>
            <a:ext cx="2730478" cy="2632850"/>
          </a:xfrm>
          <a:prstGeom prst="rect">
            <a:avLst/>
          </a:prstGeom>
          <a:noFill/>
          <a:ln>
            <a:noFill/>
          </a:ln>
          <a:effectLst>
            <a:outerShdw blurRad="571500" dist="371475" dir="17460000" algn="bl" rotWithShape="0">
              <a:srgbClr val="000000">
                <a:alpha val="55000"/>
              </a:srgbClr>
            </a:outerShdw>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82"/>
        <p:cNvGrpSpPr/>
        <p:nvPr/>
      </p:nvGrpSpPr>
      <p:grpSpPr>
        <a:xfrm>
          <a:off x="0" y="0"/>
          <a:ext cx="0" cy="0"/>
          <a:chOff x="0" y="0"/>
          <a:chExt cx="0" cy="0"/>
        </a:xfrm>
      </p:grpSpPr>
      <p:grpSp>
        <p:nvGrpSpPr>
          <p:cNvPr id="183" name="Google Shape;183;p22"/>
          <p:cNvGrpSpPr/>
          <p:nvPr/>
        </p:nvGrpSpPr>
        <p:grpSpPr>
          <a:xfrm>
            <a:off x="-7700" y="28148"/>
            <a:ext cx="9171000" cy="5126377"/>
            <a:chOff x="-7700" y="28148"/>
            <a:chExt cx="9171000" cy="5126377"/>
          </a:xfrm>
        </p:grpSpPr>
        <p:cxnSp>
          <p:nvCxnSpPr>
            <p:cNvPr id="184" name="Google Shape;184;p22"/>
            <p:cNvCxnSpPr/>
            <p:nvPr/>
          </p:nvCxnSpPr>
          <p:spPr>
            <a:xfrm rot="10800000">
              <a:off x="-7700" y="539500"/>
              <a:ext cx="9171000" cy="0"/>
            </a:xfrm>
            <a:prstGeom prst="straightConnector1">
              <a:avLst/>
            </a:prstGeom>
            <a:noFill/>
            <a:ln w="9525" cap="flat" cmpd="sng">
              <a:solidFill>
                <a:schemeClr val="accent1"/>
              </a:solidFill>
              <a:prstDash val="solid"/>
              <a:round/>
              <a:headEnd type="none" w="med" len="med"/>
              <a:tailEnd type="none" w="med" len="med"/>
            </a:ln>
          </p:spPr>
        </p:cxnSp>
        <p:cxnSp>
          <p:nvCxnSpPr>
            <p:cNvPr id="185" name="Google Shape;185;p22"/>
            <p:cNvCxnSpPr>
              <a:endCxn id="186" idx="2"/>
            </p:cNvCxnSpPr>
            <p:nvPr/>
          </p:nvCxnSpPr>
          <p:spPr>
            <a:xfrm>
              <a:off x="7538725" y="28148"/>
              <a:ext cx="0" cy="2946000"/>
            </a:xfrm>
            <a:prstGeom prst="straightConnector1">
              <a:avLst/>
            </a:prstGeom>
            <a:noFill/>
            <a:ln w="9525" cap="flat" cmpd="sng">
              <a:solidFill>
                <a:schemeClr val="accent1"/>
              </a:solidFill>
              <a:prstDash val="solid"/>
              <a:round/>
              <a:headEnd type="none" w="med" len="med"/>
              <a:tailEnd type="none" w="med" len="med"/>
            </a:ln>
          </p:spPr>
        </p:cxnSp>
        <p:sp>
          <p:nvSpPr>
            <p:cNvPr id="186" name="Google Shape;186;p22"/>
            <p:cNvSpPr/>
            <p:nvPr/>
          </p:nvSpPr>
          <p:spPr>
            <a:xfrm rot="5400000">
              <a:off x="6646675" y="2974148"/>
              <a:ext cx="1784100" cy="17841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sp>
          <p:nvSpPr>
            <p:cNvPr id="187" name="Google Shape;187;p22"/>
            <p:cNvSpPr/>
            <p:nvPr/>
          </p:nvSpPr>
          <p:spPr>
            <a:xfrm>
              <a:off x="7029800" y="3942525"/>
              <a:ext cx="1017900" cy="1212000"/>
            </a:xfrm>
            <a:prstGeom prst="round2SameRect">
              <a:avLst>
                <a:gd name="adj1" fmla="val 50000"/>
                <a:gd name="adj2" fmla="val 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88"/>
        <p:cNvGrpSpPr/>
        <p:nvPr/>
      </p:nvGrpSpPr>
      <p:grpSpPr>
        <a:xfrm>
          <a:off x="0" y="0"/>
          <a:ext cx="0" cy="0"/>
          <a:chOff x="0" y="0"/>
          <a:chExt cx="0" cy="0"/>
        </a:xfrm>
      </p:grpSpPr>
      <p:pic>
        <p:nvPicPr>
          <p:cNvPr id="189" name="Google Shape;189;p23"/>
          <p:cNvPicPr preferRelativeResize="0"/>
          <p:nvPr/>
        </p:nvPicPr>
        <p:blipFill>
          <a:blip r:embed="rId2">
            <a:alphaModFix amt="12000"/>
          </a:blip>
          <a:stretch>
            <a:fillRect/>
          </a:stretch>
        </p:blipFill>
        <p:spPr>
          <a:xfrm rot="1361985" flipH="1">
            <a:off x="675342" y="1772291"/>
            <a:ext cx="2921265" cy="4086471"/>
          </a:xfrm>
          <a:prstGeom prst="rect">
            <a:avLst/>
          </a:prstGeom>
          <a:noFill/>
          <a:ln>
            <a:noFill/>
          </a:ln>
          <a:effectLst>
            <a:outerShdw blurRad="571500" dist="371475" dir="17460000" algn="bl" rotWithShape="0">
              <a:srgbClr val="000000">
                <a:alpha val="55000"/>
              </a:srgbClr>
            </a:outerShdw>
          </a:effectLst>
        </p:spPr>
      </p:pic>
      <p:grpSp>
        <p:nvGrpSpPr>
          <p:cNvPr id="190" name="Google Shape;190;p23"/>
          <p:cNvGrpSpPr/>
          <p:nvPr/>
        </p:nvGrpSpPr>
        <p:grpSpPr>
          <a:xfrm>
            <a:off x="8298075" y="-5975"/>
            <a:ext cx="853800" cy="5152200"/>
            <a:chOff x="8298075" y="-5975"/>
            <a:chExt cx="853800" cy="5152200"/>
          </a:xfrm>
        </p:grpSpPr>
        <p:cxnSp>
          <p:nvCxnSpPr>
            <p:cNvPr id="191" name="Google Shape;191;p23"/>
            <p:cNvCxnSpPr/>
            <p:nvPr/>
          </p:nvCxnSpPr>
          <p:spPr>
            <a:xfrm>
              <a:off x="8725000" y="-5975"/>
              <a:ext cx="0" cy="5152200"/>
            </a:xfrm>
            <a:prstGeom prst="straightConnector1">
              <a:avLst/>
            </a:prstGeom>
            <a:noFill/>
            <a:ln w="9525" cap="flat" cmpd="sng">
              <a:solidFill>
                <a:schemeClr val="accent1"/>
              </a:solidFill>
              <a:prstDash val="solid"/>
              <a:round/>
              <a:headEnd type="none" w="med" len="med"/>
              <a:tailEnd type="none" w="med" len="med"/>
            </a:ln>
          </p:spPr>
        </p:cxnSp>
        <p:sp>
          <p:nvSpPr>
            <p:cNvPr id="192" name="Google Shape;192;p23"/>
            <p:cNvSpPr/>
            <p:nvPr/>
          </p:nvSpPr>
          <p:spPr>
            <a:xfrm>
              <a:off x="8298075" y="526400"/>
              <a:ext cx="853800" cy="853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sp>
          <p:nvSpPr>
            <p:cNvPr id="193" name="Google Shape;193;p23"/>
            <p:cNvSpPr/>
            <p:nvPr/>
          </p:nvSpPr>
          <p:spPr>
            <a:xfrm>
              <a:off x="8298075" y="1525537"/>
              <a:ext cx="853800" cy="8538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72400" y="5974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6" name="Google Shape;36;p5"/>
          <p:cNvSpPr txBox="1">
            <a:spLocks noGrp="1"/>
          </p:cNvSpPr>
          <p:nvPr>
            <p:ph type="subTitle" idx="1"/>
          </p:nvPr>
        </p:nvSpPr>
        <p:spPr>
          <a:xfrm>
            <a:off x="5124961" y="2791325"/>
            <a:ext cx="2857200" cy="1236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7" name="Google Shape;37;p5"/>
          <p:cNvSpPr txBox="1">
            <a:spLocks noGrp="1"/>
          </p:cNvSpPr>
          <p:nvPr>
            <p:ph type="subTitle" idx="2"/>
          </p:nvPr>
        </p:nvSpPr>
        <p:spPr>
          <a:xfrm>
            <a:off x="1466638" y="2791325"/>
            <a:ext cx="2857200" cy="1236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8" name="Google Shape;38;p5"/>
          <p:cNvSpPr txBox="1">
            <a:spLocks noGrp="1"/>
          </p:cNvSpPr>
          <p:nvPr>
            <p:ph type="subTitle" idx="3"/>
          </p:nvPr>
        </p:nvSpPr>
        <p:spPr>
          <a:xfrm>
            <a:off x="1466637" y="2403450"/>
            <a:ext cx="2857200" cy="47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EB Garamond"/>
              <a:buNone/>
              <a:defRPr sz="1800" b="1">
                <a:solidFill>
                  <a:schemeClr val="dk1"/>
                </a:solidFill>
                <a:latin typeface="EB Garamond"/>
                <a:ea typeface="EB Garamond"/>
                <a:cs typeface="EB Garamond"/>
                <a:sym typeface="EB Garamond"/>
              </a:defRPr>
            </a:lvl1pPr>
            <a:lvl2pPr lvl="1"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2pPr>
            <a:lvl3pPr lvl="2"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3pPr>
            <a:lvl4pPr lvl="3"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4pPr>
            <a:lvl5pPr lvl="4"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5pPr>
            <a:lvl6pPr lvl="5"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6pPr>
            <a:lvl7pPr lvl="6"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7pPr>
            <a:lvl8pPr lvl="7"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8pPr>
            <a:lvl9pPr lvl="8"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9pPr>
          </a:lstStyle>
          <a:p>
            <a:endParaRPr/>
          </a:p>
        </p:txBody>
      </p:sp>
      <p:sp>
        <p:nvSpPr>
          <p:cNvPr id="39" name="Google Shape;39;p5"/>
          <p:cNvSpPr txBox="1">
            <a:spLocks noGrp="1"/>
          </p:cNvSpPr>
          <p:nvPr>
            <p:ph type="subTitle" idx="4"/>
          </p:nvPr>
        </p:nvSpPr>
        <p:spPr>
          <a:xfrm>
            <a:off x="5124959" y="2403450"/>
            <a:ext cx="2857200" cy="47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EB Garamond"/>
              <a:buNone/>
              <a:defRPr sz="1800" b="1">
                <a:solidFill>
                  <a:schemeClr val="dk1"/>
                </a:solidFill>
                <a:latin typeface="EB Garamond"/>
                <a:ea typeface="EB Garamond"/>
                <a:cs typeface="EB Garamond"/>
                <a:sym typeface="EB Garamond"/>
              </a:defRPr>
            </a:lvl1pPr>
            <a:lvl2pPr lvl="1"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2pPr>
            <a:lvl3pPr lvl="2"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3pPr>
            <a:lvl4pPr lvl="3"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4pPr>
            <a:lvl5pPr lvl="4"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5pPr>
            <a:lvl6pPr lvl="5"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6pPr>
            <a:lvl7pPr lvl="6"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7pPr>
            <a:lvl8pPr lvl="7"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8pPr>
            <a:lvl9pPr lvl="8" algn="ctr" rtl="0">
              <a:lnSpc>
                <a:spcPct val="100000"/>
              </a:lnSpc>
              <a:spcBef>
                <a:spcPts val="0"/>
              </a:spcBef>
              <a:spcAft>
                <a:spcPts val="0"/>
              </a:spcAft>
              <a:buSzPts val="2400"/>
              <a:buFont typeface="EB Garamond"/>
              <a:buNone/>
              <a:defRPr sz="2400" b="1">
                <a:latin typeface="EB Garamond"/>
                <a:ea typeface="EB Garamond"/>
                <a:cs typeface="EB Garamond"/>
                <a:sym typeface="EB Garamond"/>
              </a:defRPr>
            </a:lvl9pPr>
          </a:lstStyle>
          <a:p>
            <a:endParaRPr/>
          </a:p>
        </p:txBody>
      </p:sp>
      <p:grpSp>
        <p:nvGrpSpPr>
          <p:cNvPr id="40" name="Google Shape;40;p5"/>
          <p:cNvGrpSpPr/>
          <p:nvPr/>
        </p:nvGrpSpPr>
        <p:grpSpPr>
          <a:xfrm>
            <a:off x="825" y="3708650"/>
            <a:ext cx="9143100" cy="1055300"/>
            <a:chOff x="825" y="3708650"/>
            <a:chExt cx="9143100" cy="1055300"/>
          </a:xfrm>
        </p:grpSpPr>
        <p:cxnSp>
          <p:nvCxnSpPr>
            <p:cNvPr id="41" name="Google Shape;41;p5"/>
            <p:cNvCxnSpPr/>
            <p:nvPr/>
          </p:nvCxnSpPr>
          <p:spPr>
            <a:xfrm>
              <a:off x="825" y="4763950"/>
              <a:ext cx="9143100" cy="0"/>
            </a:xfrm>
            <a:prstGeom prst="straightConnector1">
              <a:avLst/>
            </a:prstGeom>
            <a:noFill/>
            <a:ln w="9525" cap="flat" cmpd="sng">
              <a:solidFill>
                <a:schemeClr val="accent1"/>
              </a:solidFill>
              <a:prstDash val="solid"/>
              <a:round/>
              <a:headEnd type="none" w="med" len="med"/>
              <a:tailEnd type="none" w="med" len="med"/>
            </a:ln>
          </p:spPr>
        </p:cxnSp>
        <p:sp>
          <p:nvSpPr>
            <p:cNvPr id="42" name="Google Shape;42;p5"/>
            <p:cNvSpPr/>
            <p:nvPr/>
          </p:nvSpPr>
          <p:spPr>
            <a:xfrm>
              <a:off x="107225" y="4045437"/>
              <a:ext cx="606000" cy="718500"/>
            </a:xfrm>
            <a:prstGeom prst="round2SameRect">
              <a:avLst>
                <a:gd name="adj1" fmla="val 50000"/>
                <a:gd name="adj2" fmla="val 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sp>
          <p:nvSpPr>
            <p:cNvPr id="43" name="Google Shape;43;p5"/>
            <p:cNvSpPr/>
            <p:nvPr/>
          </p:nvSpPr>
          <p:spPr>
            <a:xfrm>
              <a:off x="107225" y="3708650"/>
              <a:ext cx="606000" cy="718500"/>
            </a:xfrm>
            <a:prstGeom prst="round2SameRect">
              <a:avLst>
                <a:gd name="adj1" fmla="val 50000"/>
                <a:gd name="adj2" fmla="val 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grpSp>
      <p:pic>
        <p:nvPicPr>
          <p:cNvPr id="44" name="Google Shape;44;p5"/>
          <p:cNvPicPr preferRelativeResize="0"/>
          <p:nvPr/>
        </p:nvPicPr>
        <p:blipFill rotWithShape="1">
          <a:blip r:embed="rId2">
            <a:alphaModFix amt="25000"/>
          </a:blip>
          <a:srcRect l="13442" t="17335" r="33506" b="22619"/>
          <a:stretch/>
        </p:blipFill>
        <p:spPr>
          <a:xfrm rot="-14">
            <a:off x="7595775" y="2054903"/>
            <a:ext cx="1548225" cy="3088594"/>
          </a:xfrm>
          <a:prstGeom prst="rect">
            <a:avLst/>
          </a:prstGeom>
          <a:noFill/>
          <a:ln>
            <a:noFill/>
          </a:ln>
          <a:effectLst>
            <a:outerShdw blurRad="571500" dist="371475" dir="17460000" algn="bl" rotWithShape="0">
              <a:srgbClr val="000000">
                <a:alpha val="55000"/>
              </a:srgbClr>
            </a:outerShdw>
          </a:effectLst>
        </p:spPr>
      </p:pic>
    </p:spTree>
    <p:extLst>
      <p:ext uri="{BB962C8B-B14F-4D97-AF65-F5344CB8AC3E}">
        <p14:creationId xmlns:p14="http://schemas.microsoft.com/office/powerpoint/2010/main" val="17660569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107" name="Google Shape;107;p15"/>
          <p:cNvGrpSpPr/>
          <p:nvPr/>
        </p:nvGrpSpPr>
        <p:grpSpPr>
          <a:xfrm>
            <a:off x="-7750" y="-6800"/>
            <a:ext cx="9179400" cy="5198075"/>
            <a:chOff x="-7750" y="-6800"/>
            <a:chExt cx="9179400" cy="5198075"/>
          </a:xfrm>
        </p:grpSpPr>
        <p:cxnSp>
          <p:nvCxnSpPr>
            <p:cNvPr id="108" name="Google Shape;108;p15"/>
            <p:cNvCxnSpPr/>
            <p:nvPr/>
          </p:nvCxnSpPr>
          <p:spPr>
            <a:xfrm>
              <a:off x="-7750" y="4853325"/>
              <a:ext cx="9179400" cy="0"/>
            </a:xfrm>
            <a:prstGeom prst="straightConnector1">
              <a:avLst/>
            </a:prstGeom>
            <a:noFill/>
            <a:ln w="9525" cap="flat" cmpd="sng">
              <a:solidFill>
                <a:schemeClr val="accent1"/>
              </a:solidFill>
              <a:prstDash val="solid"/>
              <a:round/>
              <a:headEnd type="none" w="med" len="med"/>
              <a:tailEnd type="none" w="med" len="med"/>
            </a:ln>
          </p:spPr>
        </p:cxnSp>
        <p:cxnSp>
          <p:nvCxnSpPr>
            <p:cNvPr id="109" name="Google Shape;109;p15"/>
            <p:cNvCxnSpPr/>
            <p:nvPr/>
          </p:nvCxnSpPr>
          <p:spPr>
            <a:xfrm>
              <a:off x="8785125" y="-6800"/>
              <a:ext cx="0" cy="5143500"/>
            </a:xfrm>
            <a:prstGeom prst="straightConnector1">
              <a:avLst/>
            </a:prstGeom>
            <a:noFill/>
            <a:ln w="9525" cap="flat" cmpd="sng">
              <a:solidFill>
                <a:schemeClr val="accent1"/>
              </a:solidFill>
              <a:prstDash val="solid"/>
              <a:round/>
              <a:headEnd type="none" w="med" len="med"/>
              <a:tailEnd type="none" w="med" len="med"/>
            </a:ln>
          </p:spPr>
        </p:cxnSp>
        <p:sp>
          <p:nvSpPr>
            <p:cNvPr id="110" name="Google Shape;110;p15"/>
            <p:cNvSpPr/>
            <p:nvPr/>
          </p:nvSpPr>
          <p:spPr>
            <a:xfrm>
              <a:off x="144925" y="4432575"/>
              <a:ext cx="568200" cy="758700"/>
            </a:xfrm>
            <a:prstGeom prst="round2SameRect">
              <a:avLst>
                <a:gd name="adj1" fmla="val 50000"/>
                <a:gd name="adj2" fmla="val 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sp>
          <p:nvSpPr>
            <p:cNvPr id="111" name="Google Shape;111;p15"/>
            <p:cNvSpPr/>
            <p:nvPr/>
          </p:nvSpPr>
          <p:spPr>
            <a:xfrm>
              <a:off x="184525" y="4115000"/>
              <a:ext cx="489000" cy="4890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grpSp>
    </p:spTree>
    <p:extLst>
      <p:ext uri="{BB962C8B-B14F-4D97-AF65-F5344CB8AC3E}">
        <p14:creationId xmlns:p14="http://schemas.microsoft.com/office/powerpoint/2010/main" val="5106333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5" name="Google Shape;85;p13"/>
          <p:cNvSpPr txBox="1">
            <a:spLocks noGrp="1"/>
          </p:cNvSpPr>
          <p:nvPr>
            <p:ph type="title" idx="2" hasCustomPrompt="1"/>
          </p:nvPr>
        </p:nvSpPr>
        <p:spPr>
          <a:xfrm>
            <a:off x="1256875" y="1311622"/>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6" name="Google Shape;86;p13"/>
          <p:cNvSpPr txBox="1">
            <a:spLocks noGrp="1"/>
          </p:cNvSpPr>
          <p:nvPr>
            <p:ph type="title" idx="3" hasCustomPrompt="1"/>
          </p:nvPr>
        </p:nvSpPr>
        <p:spPr>
          <a:xfrm>
            <a:off x="1256875" y="2977527"/>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7" name="Google Shape;87;p13"/>
          <p:cNvSpPr txBox="1">
            <a:spLocks noGrp="1"/>
          </p:cNvSpPr>
          <p:nvPr>
            <p:ph type="title" idx="4" hasCustomPrompt="1"/>
          </p:nvPr>
        </p:nvSpPr>
        <p:spPr>
          <a:xfrm>
            <a:off x="3636900" y="1322222"/>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8" name="Google Shape;88;p13"/>
          <p:cNvSpPr txBox="1">
            <a:spLocks noGrp="1"/>
          </p:cNvSpPr>
          <p:nvPr>
            <p:ph type="title" idx="5" hasCustomPrompt="1"/>
          </p:nvPr>
        </p:nvSpPr>
        <p:spPr>
          <a:xfrm>
            <a:off x="3636900" y="2988127"/>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9" name="Google Shape;89;p13"/>
          <p:cNvSpPr txBox="1">
            <a:spLocks noGrp="1"/>
          </p:cNvSpPr>
          <p:nvPr>
            <p:ph type="title" idx="6" hasCustomPrompt="1"/>
          </p:nvPr>
        </p:nvSpPr>
        <p:spPr>
          <a:xfrm>
            <a:off x="6016925" y="1322222"/>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0" name="Google Shape;90;p13"/>
          <p:cNvSpPr txBox="1">
            <a:spLocks noGrp="1"/>
          </p:cNvSpPr>
          <p:nvPr>
            <p:ph type="title" idx="7" hasCustomPrompt="1"/>
          </p:nvPr>
        </p:nvSpPr>
        <p:spPr>
          <a:xfrm>
            <a:off x="6016925" y="2988127"/>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 name="Google Shape;91;p13"/>
          <p:cNvSpPr txBox="1">
            <a:spLocks noGrp="1"/>
          </p:cNvSpPr>
          <p:nvPr>
            <p:ph type="subTitle" idx="1"/>
          </p:nvPr>
        </p:nvSpPr>
        <p:spPr>
          <a:xfrm>
            <a:off x="1256875" y="1884325"/>
            <a:ext cx="1870200" cy="78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EB Garamond"/>
              <a:buNone/>
              <a:defRPr sz="1800">
                <a:solidFill>
                  <a:schemeClr val="dk1"/>
                </a:solidFill>
                <a:latin typeface="EB Garamond SemiBold"/>
                <a:ea typeface="EB Garamond SemiBold"/>
                <a:cs typeface="EB Garamond SemiBold"/>
                <a:sym typeface="EB Garamond SemiBold"/>
              </a:defRPr>
            </a:lvl1pPr>
            <a:lvl2pPr lvl="1" rtl="0">
              <a:lnSpc>
                <a:spcPct val="100000"/>
              </a:lnSpc>
              <a:spcBef>
                <a:spcPts val="0"/>
              </a:spcBef>
              <a:spcAft>
                <a:spcPts val="0"/>
              </a:spcAft>
              <a:buSzPts val="2400"/>
              <a:buFont typeface="EB Garamond"/>
              <a:buNone/>
              <a:defRPr sz="2400" b="1">
                <a:latin typeface="EB Garamond"/>
                <a:ea typeface="EB Garamond"/>
                <a:cs typeface="EB Garamond"/>
                <a:sym typeface="EB Garamond"/>
              </a:defRPr>
            </a:lvl2pPr>
            <a:lvl3pPr lvl="2" rtl="0">
              <a:lnSpc>
                <a:spcPct val="100000"/>
              </a:lnSpc>
              <a:spcBef>
                <a:spcPts val="0"/>
              </a:spcBef>
              <a:spcAft>
                <a:spcPts val="0"/>
              </a:spcAft>
              <a:buSzPts val="2400"/>
              <a:buFont typeface="EB Garamond"/>
              <a:buNone/>
              <a:defRPr sz="2400" b="1">
                <a:latin typeface="EB Garamond"/>
                <a:ea typeface="EB Garamond"/>
                <a:cs typeface="EB Garamond"/>
                <a:sym typeface="EB Garamond"/>
              </a:defRPr>
            </a:lvl3pPr>
            <a:lvl4pPr lvl="3" rtl="0">
              <a:lnSpc>
                <a:spcPct val="100000"/>
              </a:lnSpc>
              <a:spcBef>
                <a:spcPts val="0"/>
              </a:spcBef>
              <a:spcAft>
                <a:spcPts val="0"/>
              </a:spcAft>
              <a:buSzPts val="2400"/>
              <a:buFont typeface="EB Garamond"/>
              <a:buNone/>
              <a:defRPr sz="2400" b="1">
                <a:latin typeface="EB Garamond"/>
                <a:ea typeface="EB Garamond"/>
                <a:cs typeface="EB Garamond"/>
                <a:sym typeface="EB Garamond"/>
              </a:defRPr>
            </a:lvl4pPr>
            <a:lvl5pPr lvl="4" rtl="0">
              <a:lnSpc>
                <a:spcPct val="100000"/>
              </a:lnSpc>
              <a:spcBef>
                <a:spcPts val="0"/>
              </a:spcBef>
              <a:spcAft>
                <a:spcPts val="0"/>
              </a:spcAft>
              <a:buSzPts val="2400"/>
              <a:buFont typeface="EB Garamond"/>
              <a:buNone/>
              <a:defRPr sz="2400" b="1">
                <a:latin typeface="EB Garamond"/>
                <a:ea typeface="EB Garamond"/>
                <a:cs typeface="EB Garamond"/>
                <a:sym typeface="EB Garamond"/>
              </a:defRPr>
            </a:lvl5pPr>
            <a:lvl6pPr lvl="5" rtl="0">
              <a:lnSpc>
                <a:spcPct val="100000"/>
              </a:lnSpc>
              <a:spcBef>
                <a:spcPts val="0"/>
              </a:spcBef>
              <a:spcAft>
                <a:spcPts val="0"/>
              </a:spcAft>
              <a:buSzPts val="2400"/>
              <a:buFont typeface="EB Garamond"/>
              <a:buNone/>
              <a:defRPr sz="2400" b="1">
                <a:latin typeface="EB Garamond"/>
                <a:ea typeface="EB Garamond"/>
                <a:cs typeface="EB Garamond"/>
                <a:sym typeface="EB Garamond"/>
              </a:defRPr>
            </a:lvl6pPr>
            <a:lvl7pPr lvl="6" rtl="0">
              <a:lnSpc>
                <a:spcPct val="100000"/>
              </a:lnSpc>
              <a:spcBef>
                <a:spcPts val="0"/>
              </a:spcBef>
              <a:spcAft>
                <a:spcPts val="0"/>
              </a:spcAft>
              <a:buSzPts val="2400"/>
              <a:buFont typeface="EB Garamond"/>
              <a:buNone/>
              <a:defRPr sz="2400" b="1">
                <a:latin typeface="EB Garamond"/>
                <a:ea typeface="EB Garamond"/>
                <a:cs typeface="EB Garamond"/>
                <a:sym typeface="EB Garamond"/>
              </a:defRPr>
            </a:lvl7pPr>
            <a:lvl8pPr lvl="7" rtl="0">
              <a:lnSpc>
                <a:spcPct val="100000"/>
              </a:lnSpc>
              <a:spcBef>
                <a:spcPts val="0"/>
              </a:spcBef>
              <a:spcAft>
                <a:spcPts val="0"/>
              </a:spcAft>
              <a:buSzPts val="2400"/>
              <a:buFont typeface="EB Garamond"/>
              <a:buNone/>
              <a:defRPr sz="2400" b="1">
                <a:latin typeface="EB Garamond"/>
                <a:ea typeface="EB Garamond"/>
                <a:cs typeface="EB Garamond"/>
                <a:sym typeface="EB Garamond"/>
              </a:defRPr>
            </a:lvl8pPr>
            <a:lvl9pPr lvl="8" rtl="0">
              <a:lnSpc>
                <a:spcPct val="100000"/>
              </a:lnSpc>
              <a:spcBef>
                <a:spcPts val="0"/>
              </a:spcBef>
              <a:spcAft>
                <a:spcPts val="0"/>
              </a:spcAft>
              <a:buSzPts val="2400"/>
              <a:buFont typeface="EB Garamond"/>
              <a:buNone/>
              <a:defRPr sz="2400" b="1">
                <a:latin typeface="EB Garamond"/>
                <a:ea typeface="EB Garamond"/>
                <a:cs typeface="EB Garamond"/>
                <a:sym typeface="EB Garamond"/>
              </a:defRPr>
            </a:lvl9pPr>
          </a:lstStyle>
          <a:p>
            <a:endParaRPr/>
          </a:p>
        </p:txBody>
      </p:sp>
      <p:sp>
        <p:nvSpPr>
          <p:cNvPr id="92" name="Google Shape;92;p13"/>
          <p:cNvSpPr txBox="1">
            <a:spLocks noGrp="1"/>
          </p:cNvSpPr>
          <p:nvPr>
            <p:ph type="subTitle" idx="8"/>
          </p:nvPr>
        </p:nvSpPr>
        <p:spPr>
          <a:xfrm>
            <a:off x="3636900" y="1894925"/>
            <a:ext cx="1870200" cy="78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EB Garamond"/>
              <a:buNone/>
              <a:defRPr sz="1800">
                <a:solidFill>
                  <a:schemeClr val="dk1"/>
                </a:solidFill>
                <a:latin typeface="EB Garamond SemiBold"/>
                <a:ea typeface="EB Garamond SemiBold"/>
                <a:cs typeface="EB Garamond SemiBold"/>
                <a:sym typeface="EB Garamond SemiBold"/>
              </a:defRPr>
            </a:lvl1pPr>
            <a:lvl2pPr lvl="1" rtl="0">
              <a:lnSpc>
                <a:spcPct val="100000"/>
              </a:lnSpc>
              <a:spcBef>
                <a:spcPts val="0"/>
              </a:spcBef>
              <a:spcAft>
                <a:spcPts val="0"/>
              </a:spcAft>
              <a:buSzPts val="2400"/>
              <a:buFont typeface="EB Garamond"/>
              <a:buNone/>
              <a:defRPr sz="2400" b="1">
                <a:latin typeface="EB Garamond"/>
                <a:ea typeface="EB Garamond"/>
                <a:cs typeface="EB Garamond"/>
                <a:sym typeface="EB Garamond"/>
              </a:defRPr>
            </a:lvl2pPr>
            <a:lvl3pPr lvl="2" rtl="0">
              <a:lnSpc>
                <a:spcPct val="100000"/>
              </a:lnSpc>
              <a:spcBef>
                <a:spcPts val="0"/>
              </a:spcBef>
              <a:spcAft>
                <a:spcPts val="0"/>
              </a:spcAft>
              <a:buSzPts val="2400"/>
              <a:buFont typeface="EB Garamond"/>
              <a:buNone/>
              <a:defRPr sz="2400" b="1">
                <a:latin typeface="EB Garamond"/>
                <a:ea typeface="EB Garamond"/>
                <a:cs typeface="EB Garamond"/>
                <a:sym typeface="EB Garamond"/>
              </a:defRPr>
            </a:lvl3pPr>
            <a:lvl4pPr lvl="3" rtl="0">
              <a:lnSpc>
                <a:spcPct val="100000"/>
              </a:lnSpc>
              <a:spcBef>
                <a:spcPts val="0"/>
              </a:spcBef>
              <a:spcAft>
                <a:spcPts val="0"/>
              </a:spcAft>
              <a:buSzPts val="2400"/>
              <a:buFont typeface="EB Garamond"/>
              <a:buNone/>
              <a:defRPr sz="2400" b="1">
                <a:latin typeface="EB Garamond"/>
                <a:ea typeface="EB Garamond"/>
                <a:cs typeface="EB Garamond"/>
                <a:sym typeface="EB Garamond"/>
              </a:defRPr>
            </a:lvl4pPr>
            <a:lvl5pPr lvl="4" rtl="0">
              <a:lnSpc>
                <a:spcPct val="100000"/>
              </a:lnSpc>
              <a:spcBef>
                <a:spcPts val="0"/>
              </a:spcBef>
              <a:spcAft>
                <a:spcPts val="0"/>
              </a:spcAft>
              <a:buSzPts val="2400"/>
              <a:buFont typeface="EB Garamond"/>
              <a:buNone/>
              <a:defRPr sz="2400" b="1">
                <a:latin typeface="EB Garamond"/>
                <a:ea typeface="EB Garamond"/>
                <a:cs typeface="EB Garamond"/>
                <a:sym typeface="EB Garamond"/>
              </a:defRPr>
            </a:lvl5pPr>
            <a:lvl6pPr lvl="5" rtl="0">
              <a:lnSpc>
                <a:spcPct val="100000"/>
              </a:lnSpc>
              <a:spcBef>
                <a:spcPts val="0"/>
              </a:spcBef>
              <a:spcAft>
                <a:spcPts val="0"/>
              </a:spcAft>
              <a:buSzPts val="2400"/>
              <a:buFont typeface="EB Garamond"/>
              <a:buNone/>
              <a:defRPr sz="2400" b="1">
                <a:latin typeface="EB Garamond"/>
                <a:ea typeface="EB Garamond"/>
                <a:cs typeface="EB Garamond"/>
                <a:sym typeface="EB Garamond"/>
              </a:defRPr>
            </a:lvl6pPr>
            <a:lvl7pPr lvl="6" rtl="0">
              <a:lnSpc>
                <a:spcPct val="100000"/>
              </a:lnSpc>
              <a:spcBef>
                <a:spcPts val="0"/>
              </a:spcBef>
              <a:spcAft>
                <a:spcPts val="0"/>
              </a:spcAft>
              <a:buSzPts val="2400"/>
              <a:buFont typeface="EB Garamond"/>
              <a:buNone/>
              <a:defRPr sz="2400" b="1">
                <a:latin typeface="EB Garamond"/>
                <a:ea typeface="EB Garamond"/>
                <a:cs typeface="EB Garamond"/>
                <a:sym typeface="EB Garamond"/>
              </a:defRPr>
            </a:lvl7pPr>
            <a:lvl8pPr lvl="7" rtl="0">
              <a:lnSpc>
                <a:spcPct val="100000"/>
              </a:lnSpc>
              <a:spcBef>
                <a:spcPts val="0"/>
              </a:spcBef>
              <a:spcAft>
                <a:spcPts val="0"/>
              </a:spcAft>
              <a:buSzPts val="2400"/>
              <a:buFont typeface="EB Garamond"/>
              <a:buNone/>
              <a:defRPr sz="2400" b="1">
                <a:latin typeface="EB Garamond"/>
                <a:ea typeface="EB Garamond"/>
                <a:cs typeface="EB Garamond"/>
                <a:sym typeface="EB Garamond"/>
              </a:defRPr>
            </a:lvl8pPr>
            <a:lvl9pPr lvl="8" rtl="0">
              <a:lnSpc>
                <a:spcPct val="100000"/>
              </a:lnSpc>
              <a:spcBef>
                <a:spcPts val="0"/>
              </a:spcBef>
              <a:spcAft>
                <a:spcPts val="0"/>
              </a:spcAft>
              <a:buSzPts val="2400"/>
              <a:buFont typeface="EB Garamond"/>
              <a:buNone/>
              <a:defRPr sz="2400" b="1">
                <a:latin typeface="EB Garamond"/>
                <a:ea typeface="EB Garamond"/>
                <a:cs typeface="EB Garamond"/>
                <a:sym typeface="EB Garamond"/>
              </a:defRPr>
            </a:lvl9pPr>
          </a:lstStyle>
          <a:p>
            <a:endParaRPr/>
          </a:p>
        </p:txBody>
      </p:sp>
      <p:sp>
        <p:nvSpPr>
          <p:cNvPr id="93" name="Google Shape;93;p13"/>
          <p:cNvSpPr txBox="1">
            <a:spLocks noGrp="1"/>
          </p:cNvSpPr>
          <p:nvPr>
            <p:ph type="subTitle" idx="9"/>
          </p:nvPr>
        </p:nvSpPr>
        <p:spPr>
          <a:xfrm>
            <a:off x="6016925" y="1894925"/>
            <a:ext cx="1870200" cy="78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EB Garamond"/>
              <a:buNone/>
              <a:defRPr sz="1800">
                <a:solidFill>
                  <a:schemeClr val="dk1"/>
                </a:solidFill>
                <a:latin typeface="EB Garamond SemiBold"/>
                <a:ea typeface="EB Garamond SemiBold"/>
                <a:cs typeface="EB Garamond SemiBold"/>
                <a:sym typeface="EB Garamond SemiBold"/>
              </a:defRPr>
            </a:lvl1pPr>
            <a:lvl2pPr lvl="1" rtl="0">
              <a:lnSpc>
                <a:spcPct val="100000"/>
              </a:lnSpc>
              <a:spcBef>
                <a:spcPts val="0"/>
              </a:spcBef>
              <a:spcAft>
                <a:spcPts val="0"/>
              </a:spcAft>
              <a:buSzPts val="2400"/>
              <a:buFont typeface="EB Garamond"/>
              <a:buNone/>
              <a:defRPr sz="2400" b="1">
                <a:latin typeface="EB Garamond"/>
                <a:ea typeface="EB Garamond"/>
                <a:cs typeface="EB Garamond"/>
                <a:sym typeface="EB Garamond"/>
              </a:defRPr>
            </a:lvl2pPr>
            <a:lvl3pPr lvl="2" rtl="0">
              <a:lnSpc>
                <a:spcPct val="100000"/>
              </a:lnSpc>
              <a:spcBef>
                <a:spcPts val="0"/>
              </a:spcBef>
              <a:spcAft>
                <a:spcPts val="0"/>
              </a:spcAft>
              <a:buSzPts val="2400"/>
              <a:buFont typeface="EB Garamond"/>
              <a:buNone/>
              <a:defRPr sz="2400" b="1">
                <a:latin typeface="EB Garamond"/>
                <a:ea typeface="EB Garamond"/>
                <a:cs typeface="EB Garamond"/>
                <a:sym typeface="EB Garamond"/>
              </a:defRPr>
            </a:lvl3pPr>
            <a:lvl4pPr lvl="3" rtl="0">
              <a:lnSpc>
                <a:spcPct val="100000"/>
              </a:lnSpc>
              <a:spcBef>
                <a:spcPts val="0"/>
              </a:spcBef>
              <a:spcAft>
                <a:spcPts val="0"/>
              </a:spcAft>
              <a:buSzPts val="2400"/>
              <a:buFont typeface="EB Garamond"/>
              <a:buNone/>
              <a:defRPr sz="2400" b="1">
                <a:latin typeface="EB Garamond"/>
                <a:ea typeface="EB Garamond"/>
                <a:cs typeface="EB Garamond"/>
                <a:sym typeface="EB Garamond"/>
              </a:defRPr>
            </a:lvl4pPr>
            <a:lvl5pPr lvl="4" rtl="0">
              <a:lnSpc>
                <a:spcPct val="100000"/>
              </a:lnSpc>
              <a:spcBef>
                <a:spcPts val="0"/>
              </a:spcBef>
              <a:spcAft>
                <a:spcPts val="0"/>
              </a:spcAft>
              <a:buSzPts val="2400"/>
              <a:buFont typeface="EB Garamond"/>
              <a:buNone/>
              <a:defRPr sz="2400" b="1">
                <a:latin typeface="EB Garamond"/>
                <a:ea typeface="EB Garamond"/>
                <a:cs typeface="EB Garamond"/>
                <a:sym typeface="EB Garamond"/>
              </a:defRPr>
            </a:lvl5pPr>
            <a:lvl6pPr lvl="5" rtl="0">
              <a:lnSpc>
                <a:spcPct val="100000"/>
              </a:lnSpc>
              <a:spcBef>
                <a:spcPts val="0"/>
              </a:spcBef>
              <a:spcAft>
                <a:spcPts val="0"/>
              </a:spcAft>
              <a:buSzPts val="2400"/>
              <a:buFont typeface="EB Garamond"/>
              <a:buNone/>
              <a:defRPr sz="2400" b="1">
                <a:latin typeface="EB Garamond"/>
                <a:ea typeface="EB Garamond"/>
                <a:cs typeface="EB Garamond"/>
                <a:sym typeface="EB Garamond"/>
              </a:defRPr>
            </a:lvl6pPr>
            <a:lvl7pPr lvl="6" rtl="0">
              <a:lnSpc>
                <a:spcPct val="100000"/>
              </a:lnSpc>
              <a:spcBef>
                <a:spcPts val="0"/>
              </a:spcBef>
              <a:spcAft>
                <a:spcPts val="0"/>
              </a:spcAft>
              <a:buSzPts val="2400"/>
              <a:buFont typeface="EB Garamond"/>
              <a:buNone/>
              <a:defRPr sz="2400" b="1">
                <a:latin typeface="EB Garamond"/>
                <a:ea typeface="EB Garamond"/>
                <a:cs typeface="EB Garamond"/>
                <a:sym typeface="EB Garamond"/>
              </a:defRPr>
            </a:lvl7pPr>
            <a:lvl8pPr lvl="7" rtl="0">
              <a:lnSpc>
                <a:spcPct val="100000"/>
              </a:lnSpc>
              <a:spcBef>
                <a:spcPts val="0"/>
              </a:spcBef>
              <a:spcAft>
                <a:spcPts val="0"/>
              </a:spcAft>
              <a:buSzPts val="2400"/>
              <a:buFont typeface="EB Garamond"/>
              <a:buNone/>
              <a:defRPr sz="2400" b="1">
                <a:latin typeface="EB Garamond"/>
                <a:ea typeface="EB Garamond"/>
                <a:cs typeface="EB Garamond"/>
                <a:sym typeface="EB Garamond"/>
              </a:defRPr>
            </a:lvl8pPr>
            <a:lvl9pPr lvl="8" rtl="0">
              <a:lnSpc>
                <a:spcPct val="100000"/>
              </a:lnSpc>
              <a:spcBef>
                <a:spcPts val="0"/>
              </a:spcBef>
              <a:spcAft>
                <a:spcPts val="0"/>
              </a:spcAft>
              <a:buSzPts val="2400"/>
              <a:buFont typeface="EB Garamond"/>
              <a:buNone/>
              <a:defRPr sz="2400" b="1">
                <a:latin typeface="EB Garamond"/>
                <a:ea typeface="EB Garamond"/>
                <a:cs typeface="EB Garamond"/>
                <a:sym typeface="EB Garamond"/>
              </a:defRPr>
            </a:lvl9pPr>
          </a:lstStyle>
          <a:p>
            <a:endParaRPr/>
          </a:p>
        </p:txBody>
      </p:sp>
      <p:sp>
        <p:nvSpPr>
          <p:cNvPr id="94" name="Google Shape;94;p13"/>
          <p:cNvSpPr txBox="1">
            <a:spLocks noGrp="1"/>
          </p:cNvSpPr>
          <p:nvPr>
            <p:ph type="subTitle" idx="13"/>
          </p:nvPr>
        </p:nvSpPr>
        <p:spPr>
          <a:xfrm>
            <a:off x="1256875" y="3550150"/>
            <a:ext cx="1870200" cy="78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EB Garamond"/>
              <a:buNone/>
              <a:defRPr sz="1800">
                <a:solidFill>
                  <a:schemeClr val="dk1"/>
                </a:solidFill>
                <a:latin typeface="EB Garamond SemiBold"/>
                <a:ea typeface="EB Garamond SemiBold"/>
                <a:cs typeface="EB Garamond SemiBold"/>
                <a:sym typeface="EB Garamond SemiBold"/>
              </a:defRPr>
            </a:lvl1pPr>
            <a:lvl2pPr lvl="1" rtl="0">
              <a:lnSpc>
                <a:spcPct val="100000"/>
              </a:lnSpc>
              <a:spcBef>
                <a:spcPts val="0"/>
              </a:spcBef>
              <a:spcAft>
                <a:spcPts val="0"/>
              </a:spcAft>
              <a:buSzPts val="2400"/>
              <a:buFont typeface="EB Garamond"/>
              <a:buNone/>
              <a:defRPr sz="2400" b="1">
                <a:latin typeface="EB Garamond"/>
                <a:ea typeface="EB Garamond"/>
                <a:cs typeface="EB Garamond"/>
                <a:sym typeface="EB Garamond"/>
              </a:defRPr>
            </a:lvl2pPr>
            <a:lvl3pPr lvl="2" rtl="0">
              <a:lnSpc>
                <a:spcPct val="100000"/>
              </a:lnSpc>
              <a:spcBef>
                <a:spcPts val="0"/>
              </a:spcBef>
              <a:spcAft>
                <a:spcPts val="0"/>
              </a:spcAft>
              <a:buSzPts val="2400"/>
              <a:buFont typeface="EB Garamond"/>
              <a:buNone/>
              <a:defRPr sz="2400" b="1">
                <a:latin typeface="EB Garamond"/>
                <a:ea typeface="EB Garamond"/>
                <a:cs typeface="EB Garamond"/>
                <a:sym typeface="EB Garamond"/>
              </a:defRPr>
            </a:lvl3pPr>
            <a:lvl4pPr lvl="3" rtl="0">
              <a:lnSpc>
                <a:spcPct val="100000"/>
              </a:lnSpc>
              <a:spcBef>
                <a:spcPts val="0"/>
              </a:spcBef>
              <a:spcAft>
                <a:spcPts val="0"/>
              </a:spcAft>
              <a:buSzPts val="2400"/>
              <a:buFont typeface="EB Garamond"/>
              <a:buNone/>
              <a:defRPr sz="2400" b="1">
                <a:latin typeface="EB Garamond"/>
                <a:ea typeface="EB Garamond"/>
                <a:cs typeface="EB Garamond"/>
                <a:sym typeface="EB Garamond"/>
              </a:defRPr>
            </a:lvl4pPr>
            <a:lvl5pPr lvl="4" rtl="0">
              <a:lnSpc>
                <a:spcPct val="100000"/>
              </a:lnSpc>
              <a:spcBef>
                <a:spcPts val="0"/>
              </a:spcBef>
              <a:spcAft>
                <a:spcPts val="0"/>
              </a:spcAft>
              <a:buSzPts val="2400"/>
              <a:buFont typeface="EB Garamond"/>
              <a:buNone/>
              <a:defRPr sz="2400" b="1">
                <a:latin typeface="EB Garamond"/>
                <a:ea typeface="EB Garamond"/>
                <a:cs typeface="EB Garamond"/>
                <a:sym typeface="EB Garamond"/>
              </a:defRPr>
            </a:lvl5pPr>
            <a:lvl6pPr lvl="5" rtl="0">
              <a:lnSpc>
                <a:spcPct val="100000"/>
              </a:lnSpc>
              <a:spcBef>
                <a:spcPts val="0"/>
              </a:spcBef>
              <a:spcAft>
                <a:spcPts val="0"/>
              </a:spcAft>
              <a:buSzPts val="2400"/>
              <a:buFont typeface="EB Garamond"/>
              <a:buNone/>
              <a:defRPr sz="2400" b="1">
                <a:latin typeface="EB Garamond"/>
                <a:ea typeface="EB Garamond"/>
                <a:cs typeface="EB Garamond"/>
                <a:sym typeface="EB Garamond"/>
              </a:defRPr>
            </a:lvl6pPr>
            <a:lvl7pPr lvl="6" rtl="0">
              <a:lnSpc>
                <a:spcPct val="100000"/>
              </a:lnSpc>
              <a:spcBef>
                <a:spcPts val="0"/>
              </a:spcBef>
              <a:spcAft>
                <a:spcPts val="0"/>
              </a:spcAft>
              <a:buSzPts val="2400"/>
              <a:buFont typeface="EB Garamond"/>
              <a:buNone/>
              <a:defRPr sz="2400" b="1">
                <a:latin typeface="EB Garamond"/>
                <a:ea typeface="EB Garamond"/>
                <a:cs typeface="EB Garamond"/>
                <a:sym typeface="EB Garamond"/>
              </a:defRPr>
            </a:lvl7pPr>
            <a:lvl8pPr lvl="7" rtl="0">
              <a:lnSpc>
                <a:spcPct val="100000"/>
              </a:lnSpc>
              <a:spcBef>
                <a:spcPts val="0"/>
              </a:spcBef>
              <a:spcAft>
                <a:spcPts val="0"/>
              </a:spcAft>
              <a:buSzPts val="2400"/>
              <a:buFont typeface="EB Garamond"/>
              <a:buNone/>
              <a:defRPr sz="2400" b="1">
                <a:latin typeface="EB Garamond"/>
                <a:ea typeface="EB Garamond"/>
                <a:cs typeface="EB Garamond"/>
                <a:sym typeface="EB Garamond"/>
              </a:defRPr>
            </a:lvl8pPr>
            <a:lvl9pPr lvl="8" rtl="0">
              <a:lnSpc>
                <a:spcPct val="100000"/>
              </a:lnSpc>
              <a:spcBef>
                <a:spcPts val="0"/>
              </a:spcBef>
              <a:spcAft>
                <a:spcPts val="0"/>
              </a:spcAft>
              <a:buSzPts val="2400"/>
              <a:buFont typeface="EB Garamond"/>
              <a:buNone/>
              <a:defRPr sz="2400" b="1">
                <a:latin typeface="EB Garamond"/>
                <a:ea typeface="EB Garamond"/>
                <a:cs typeface="EB Garamond"/>
                <a:sym typeface="EB Garamond"/>
              </a:defRPr>
            </a:lvl9pPr>
          </a:lstStyle>
          <a:p>
            <a:endParaRPr/>
          </a:p>
        </p:txBody>
      </p:sp>
      <p:sp>
        <p:nvSpPr>
          <p:cNvPr id="95" name="Google Shape;95;p13"/>
          <p:cNvSpPr txBox="1">
            <a:spLocks noGrp="1"/>
          </p:cNvSpPr>
          <p:nvPr>
            <p:ph type="subTitle" idx="14"/>
          </p:nvPr>
        </p:nvSpPr>
        <p:spPr>
          <a:xfrm>
            <a:off x="3636900" y="3560750"/>
            <a:ext cx="1870200" cy="78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EB Garamond"/>
              <a:buNone/>
              <a:defRPr sz="1800">
                <a:solidFill>
                  <a:schemeClr val="dk1"/>
                </a:solidFill>
                <a:latin typeface="EB Garamond SemiBold"/>
                <a:ea typeface="EB Garamond SemiBold"/>
                <a:cs typeface="EB Garamond SemiBold"/>
                <a:sym typeface="EB Garamond SemiBold"/>
              </a:defRPr>
            </a:lvl1pPr>
            <a:lvl2pPr lvl="1" rtl="0">
              <a:lnSpc>
                <a:spcPct val="100000"/>
              </a:lnSpc>
              <a:spcBef>
                <a:spcPts val="0"/>
              </a:spcBef>
              <a:spcAft>
                <a:spcPts val="0"/>
              </a:spcAft>
              <a:buSzPts val="2400"/>
              <a:buFont typeface="EB Garamond"/>
              <a:buNone/>
              <a:defRPr sz="2400" b="1">
                <a:latin typeface="EB Garamond"/>
                <a:ea typeface="EB Garamond"/>
                <a:cs typeface="EB Garamond"/>
                <a:sym typeface="EB Garamond"/>
              </a:defRPr>
            </a:lvl2pPr>
            <a:lvl3pPr lvl="2" rtl="0">
              <a:lnSpc>
                <a:spcPct val="100000"/>
              </a:lnSpc>
              <a:spcBef>
                <a:spcPts val="0"/>
              </a:spcBef>
              <a:spcAft>
                <a:spcPts val="0"/>
              </a:spcAft>
              <a:buSzPts val="2400"/>
              <a:buFont typeface="EB Garamond"/>
              <a:buNone/>
              <a:defRPr sz="2400" b="1">
                <a:latin typeface="EB Garamond"/>
                <a:ea typeface="EB Garamond"/>
                <a:cs typeface="EB Garamond"/>
                <a:sym typeface="EB Garamond"/>
              </a:defRPr>
            </a:lvl3pPr>
            <a:lvl4pPr lvl="3" rtl="0">
              <a:lnSpc>
                <a:spcPct val="100000"/>
              </a:lnSpc>
              <a:spcBef>
                <a:spcPts val="0"/>
              </a:spcBef>
              <a:spcAft>
                <a:spcPts val="0"/>
              </a:spcAft>
              <a:buSzPts val="2400"/>
              <a:buFont typeface="EB Garamond"/>
              <a:buNone/>
              <a:defRPr sz="2400" b="1">
                <a:latin typeface="EB Garamond"/>
                <a:ea typeface="EB Garamond"/>
                <a:cs typeface="EB Garamond"/>
                <a:sym typeface="EB Garamond"/>
              </a:defRPr>
            </a:lvl4pPr>
            <a:lvl5pPr lvl="4" rtl="0">
              <a:lnSpc>
                <a:spcPct val="100000"/>
              </a:lnSpc>
              <a:spcBef>
                <a:spcPts val="0"/>
              </a:spcBef>
              <a:spcAft>
                <a:spcPts val="0"/>
              </a:spcAft>
              <a:buSzPts val="2400"/>
              <a:buFont typeface="EB Garamond"/>
              <a:buNone/>
              <a:defRPr sz="2400" b="1">
                <a:latin typeface="EB Garamond"/>
                <a:ea typeface="EB Garamond"/>
                <a:cs typeface="EB Garamond"/>
                <a:sym typeface="EB Garamond"/>
              </a:defRPr>
            </a:lvl5pPr>
            <a:lvl6pPr lvl="5" rtl="0">
              <a:lnSpc>
                <a:spcPct val="100000"/>
              </a:lnSpc>
              <a:spcBef>
                <a:spcPts val="0"/>
              </a:spcBef>
              <a:spcAft>
                <a:spcPts val="0"/>
              </a:spcAft>
              <a:buSzPts val="2400"/>
              <a:buFont typeface="EB Garamond"/>
              <a:buNone/>
              <a:defRPr sz="2400" b="1">
                <a:latin typeface="EB Garamond"/>
                <a:ea typeface="EB Garamond"/>
                <a:cs typeface="EB Garamond"/>
                <a:sym typeface="EB Garamond"/>
              </a:defRPr>
            </a:lvl6pPr>
            <a:lvl7pPr lvl="6" rtl="0">
              <a:lnSpc>
                <a:spcPct val="100000"/>
              </a:lnSpc>
              <a:spcBef>
                <a:spcPts val="0"/>
              </a:spcBef>
              <a:spcAft>
                <a:spcPts val="0"/>
              </a:spcAft>
              <a:buSzPts val="2400"/>
              <a:buFont typeface="EB Garamond"/>
              <a:buNone/>
              <a:defRPr sz="2400" b="1">
                <a:latin typeface="EB Garamond"/>
                <a:ea typeface="EB Garamond"/>
                <a:cs typeface="EB Garamond"/>
                <a:sym typeface="EB Garamond"/>
              </a:defRPr>
            </a:lvl7pPr>
            <a:lvl8pPr lvl="7" rtl="0">
              <a:lnSpc>
                <a:spcPct val="100000"/>
              </a:lnSpc>
              <a:spcBef>
                <a:spcPts val="0"/>
              </a:spcBef>
              <a:spcAft>
                <a:spcPts val="0"/>
              </a:spcAft>
              <a:buSzPts val="2400"/>
              <a:buFont typeface="EB Garamond"/>
              <a:buNone/>
              <a:defRPr sz="2400" b="1">
                <a:latin typeface="EB Garamond"/>
                <a:ea typeface="EB Garamond"/>
                <a:cs typeface="EB Garamond"/>
                <a:sym typeface="EB Garamond"/>
              </a:defRPr>
            </a:lvl8pPr>
            <a:lvl9pPr lvl="8" rtl="0">
              <a:lnSpc>
                <a:spcPct val="100000"/>
              </a:lnSpc>
              <a:spcBef>
                <a:spcPts val="0"/>
              </a:spcBef>
              <a:spcAft>
                <a:spcPts val="0"/>
              </a:spcAft>
              <a:buSzPts val="2400"/>
              <a:buFont typeface="EB Garamond"/>
              <a:buNone/>
              <a:defRPr sz="2400" b="1">
                <a:latin typeface="EB Garamond"/>
                <a:ea typeface="EB Garamond"/>
                <a:cs typeface="EB Garamond"/>
                <a:sym typeface="EB Garamond"/>
              </a:defRPr>
            </a:lvl9pPr>
          </a:lstStyle>
          <a:p>
            <a:endParaRPr/>
          </a:p>
        </p:txBody>
      </p:sp>
      <p:sp>
        <p:nvSpPr>
          <p:cNvPr id="96" name="Google Shape;96;p13"/>
          <p:cNvSpPr txBox="1">
            <a:spLocks noGrp="1"/>
          </p:cNvSpPr>
          <p:nvPr>
            <p:ph type="subTitle" idx="15"/>
          </p:nvPr>
        </p:nvSpPr>
        <p:spPr>
          <a:xfrm>
            <a:off x="6016925" y="3560750"/>
            <a:ext cx="1870200" cy="78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EB Garamond"/>
              <a:buNone/>
              <a:defRPr sz="1800">
                <a:solidFill>
                  <a:schemeClr val="dk1"/>
                </a:solidFill>
                <a:latin typeface="EB Garamond SemiBold"/>
                <a:ea typeface="EB Garamond SemiBold"/>
                <a:cs typeface="EB Garamond SemiBold"/>
                <a:sym typeface="EB Garamond SemiBold"/>
              </a:defRPr>
            </a:lvl1pPr>
            <a:lvl2pPr lvl="1" rtl="0">
              <a:lnSpc>
                <a:spcPct val="100000"/>
              </a:lnSpc>
              <a:spcBef>
                <a:spcPts val="0"/>
              </a:spcBef>
              <a:spcAft>
                <a:spcPts val="0"/>
              </a:spcAft>
              <a:buSzPts val="2400"/>
              <a:buFont typeface="EB Garamond"/>
              <a:buNone/>
              <a:defRPr sz="2400" b="1">
                <a:latin typeface="EB Garamond"/>
                <a:ea typeface="EB Garamond"/>
                <a:cs typeface="EB Garamond"/>
                <a:sym typeface="EB Garamond"/>
              </a:defRPr>
            </a:lvl2pPr>
            <a:lvl3pPr lvl="2" rtl="0">
              <a:lnSpc>
                <a:spcPct val="100000"/>
              </a:lnSpc>
              <a:spcBef>
                <a:spcPts val="0"/>
              </a:spcBef>
              <a:spcAft>
                <a:spcPts val="0"/>
              </a:spcAft>
              <a:buSzPts val="2400"/>
              <a:buFont typeface="EB Garamond"/>
              <a:buNone/>
              <a:defRPr sz="2400" b="1">
                <a:latin typeface="EB Garamond"/>
                <a:ea typeface="EB Garamond"/>
                <a:cs typeface="EB Garamond"/>
                <a:sym typeface="EB Garamond"/>
              </a:defRPr>
            </a:lvl3pPr>
            <a:lvl4pPr lvl="3" rtl="0">
              <a:lnSpc>
                <a:spcPct val="100000"/>
              </a:lnSpc>
              <a:spcBef>
                <a:spcPts val="0"/>
              </a:spcBef>
              <a:spcAft>
                <a:spcPts val="0"/>
              </a:spcAft>
              <a:buSzPts val="2400"/>
              <a:buFont typeface="EB Garamond"/>
              <a:buNone/>
              <a:defRPr sz="2400" b="1">
                <a:latin typeface="EB Garamond"/>
                <a:ea typeface="EB Garamond"/>
                <a:cs typeface="EB Garamond"/>
                <a:sym typeface="EB Garamond"/>
              </a:defRPr>
            </a:lvl4pPr>
            <a:lvl5pPr lvl="4" rtl="0">
              <a:lnSpc>
                <a:spcPct val="100000"/>
              </a:lnSpc>
              <a:spcBef>
                <a:spcPts val="0"/>
              </a:spcBef>
              <a:spcAft>
                <a:spcPts val="0"/>
              </a:spcAft>
              <a:buSzPts val="2400"/>
              <a:buFont typeface="EB Garamond"/>
              <a:buNone/>
              <a:defRPr sz="2400" b="1">
                <a:latin typeface="EB Garamond"/>
                <a:ea typeface="EB Garamond"/>
                <a:cs typeface="EB Garamond"/>
                <a:sym typeface="EB Garamond"/>
              </a:defRPr>
            </a:lvl5pPr>
            <a:lvl6pPr lvl="5" rtl="0">
              <a:lnSpc>
                <a:spcPct val="100000"/>
              </a:lnSpc>
              <a:spcBef>
                <a:spcPts val="0"/>
              </a:spcBef>
              <a:spcAft>
                <a:spcPts val="0"/>
              </a:spcAft>
              <a:buSzPts val="2400"/>
              <a:buFont typeface="EB Garamond"/>
              <a:buNone/>
              <a:defRPr sz="2400" b="1">
                <a:latin typeface="EB Garamond"/>
                <a:ea typeface="EB Garamond"/>
                <a:cs typeface="EB Garamond"/>
                <a:sym typeface="EB Garamond"/>
              </a:defRPr>
            </a:lvl6pPr>
            <a:lvl7pPr lvl="6" rtl="0">
              <a:lnSpc>
                <a:spcPct val="100000"/>
              </a:lnSpc>
              <a:spcBef>
                <a:spcPts val="0"/>
              </a:spcBef>
              <a:spcAft>
                <a:spcPts val="0"/>
              </a:spcAft>
              <a:buSzPts val="2400"/>
              <a:buFont typeface="EB Garamond"/>
              <a:buNone/>
              <a:defRPr sz="2400" b="1">
                <a:latin typeface="EB Garamond"/>
                <a:ea typeface="EB Garamond"/>
                <a:cs typeface="EB Garamond"/>
                <a:sym typeface="EB Garamond"/>
              </a:defRPr>
            </a:lvl7pPr>
            <a:lvl8pPr lvl="7" rtl="0">
              <a:lnSpc>
                <a:spcPct val="100000"/>
              </a:lnSpc>
              <a:spcBef>
                <a:spcPts val="0"/>
              </a:spcBef>
              <a:spcAft>
                <a:spcPts val="0"/>
              </a:spcAft>
              <a:buSzPts val="2400"/>
              <a:buFont typeface="EB Garamond"/>
              <a:buNone/>
              <a:defRPr sz="2400" b="1">
                <a:latin typeface="EB Garamond"/>
                <a:ea typeface="EB Garamond"/>
                <a:cs typeface="EB Garamond"/>
                <a:sym typeface="EB Garamond"/>
              </a:defRPr>
            </a:lvl8pPr>
            <a:lvl9pPr lvl="8" rtl="0">
              <a:lnSpc>
                <a:spcPct val="100000"/>
              </a:lnSpc>
              <a:spcBef>
                <a:spcPts val="0"/>
              </a:spcBef>
              <a:spcAft>
                <a:spcPts val="0"/>
              </a:spcAft>
              <a:buSzPts val="2400"/>
              <a:buFont typeface="EB Garamond"/>
              <a:buNone/>
              <a:defRPr sz="2400" b="1">
                <a:latin typeface="EB Garamond"/>
                <a:ea typeface="EB Garamond"/>
                <a:cs typeface="EB Garamond"/>
                <a:sym typeface="EB Garamond"/>
              </a:defRPr>
            </a:lvl9pPr>
          </a:lstStyle>
          <a:p>
            <a:endParaRPr/>
          </a:p>
        </p:txBody>
      </p:sp>
      <p:grpSp>
        <p:nvGrpSpPr>
          <p:cNvPr id="97" name="Google Shape;97;p13"/>
          <p:cNvGrpSpPr/>
          <p:nvPr/>
        </p:nvGrpSpPr>
        <p:grpSpPr>
          <a:xfrm>
            <a:off x="-34950" y="-8850"/>
            <a:ext cx="9213900" cy="5161200"/>
            <a:chOff x="-34950" y="1750"/>
            <a:chExt cx="9213900" cy="5161200"/>
          </a:xfrm>
        </p:grpSpPr>
        <p:cxnSp>
          <p:nvCxnSpPr>
            <p:cNvPr id="98" name="Google Shape;98;p13"/>
            <p:cNvCxnSpPr/>
            <p:nvPr/>
          </p:nvCxnSpPr>
          <p:spPr>
            <a:xfrm>
              <a:off x="-34950" y="4790625"/>
              <a:ext cx="9213900" cy="0"/>
            </a:xfrm>
            <a:prstGeom prst="straightConnector1">
              <a:avLst/>
            </a:prstGeom>
            <a:noFill/>
            <a:ln w="9525" cap="flat" cmpd="sng">
              <a:solidFill>
                <a:schemeClr val="accent1"/>
              </a:solidFill>
              <a:prstDash val="solid"/>
              <a:round/>
              <a:headEnd type="none" w="med" len="med"/>
              <a:tailEnd type="none" w="med" len="med"/>
            </a:ln>
          </p:spPr>
        </p:cxnSp>
        <p:cxnSp>
          <p:nvCxnSpPr>
            <p:cNvPr id="99" name="Google Shape;99;p13"/>
            <p:cNvCxnSpPr/>
            <p:nvPr/>
          </p:nvCxnSpPr>
          <p:spPr>
            <a:xfrm rot="10800000">
              <a:off x="435400" y="1750"/>
              <a:ext cx="0" cy="5161200"/>
            </a:xfrm>
            <a:prstGeom prst="straightConnector1">
              <a:avLst/>
            </a:prstGeom>
            <a:noFill/>
            <a:ln w="9525" cap="flat" cmpd="sng">
              <a:solidFill>
                <a:schemeClr val="accent1"/>
              </a:solidFill>
              <a:prstDash val="solid"/>
              <a:round/>
              <a:headEnd type="none" w="med" len="med"/>
              <a:tailEnd type="none" w="med" len="med"/>
            </a:ln>
          </p:spPr>
        </p:cxnSp>
        <p:sp>
          <p:nvSpPr>
            <p:cNvPr id="100" name="Google Shape;100;p13"/>
            <p:cNvSpPr/>
            <p:nvPr/>
          </p:nvSpPr>
          <p:spPr>
            <a:xfrm>
              <a:off x="8354600" y="4217925"/>
              <a:ext cx="572700" cy="572700"/>
            </a:xfrm>
            <a:prstGeom prst="round2SameRect">
              <a:avLst>
                <a:gd name="adj1" fmla="val 50000"/>
                <a:gd name="adj2" fmla="val 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sp>
          <p:nvSpPr>
            <p:cNvPr id="101" name="Google Shape;101;p13"/>
            <p:cNvSpPr/>
            <p:nvPr/>
          </p:nvSpPr>
          <p:spPr>
            <a:xfrm>
              <a:off x="8354600" y="3978475"/>
              <a:ext cx="572700" cy="572700"/>
            </a:xfrm>
            <a:prstGeom prst="round2SameRect">
              <a:avLst>
                <a:gd name="adj1" fmla="val 50000"/>
                <a:gd name="adj2" fmla="val 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grpSp>
    </p:spTree>
    <p:extLst>
      <p:ext uri="{BB962C8B-B14F-4D97-AF65-F5344CB8AC3E}">
        <p14:creationId xmlns:p14="http://schemas.microsoft.com/office/powerpoint/2010/main" val="13927157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8"/>
        <p:cNvGrpSpPr/>
        <p:nvPr/>
      </p:nvGrpSpPr>
      <p:grpSpPr>
        <a:xfrm>
          <a:off x="0" y="0"/>
          <a:ext cx="0" cy="0"/>
          <a:chOff x="0" y="0"/>
          <a:chExt cx="0" cy="0"/>
        </a:xfrm>
      </p:grpSpPr>
      <p:sp>
        <p:nvSpPr>
          <p:cNvPr id="69" name="Google Shape;69;p11"/>
          <p:cNvSpPr txBox="1">
            <a:spLocks noGrp="1"/>
          </p:cNvSpPr>
          <p:nvPr>
            <p:ph type="title" hasCustomPrompt="1"/>
          </p:nvPr>
        </p:nvSpPr>
        <p:spPr>
          <a:xfrm>
            <a:off x="1694650" y="1722563"/>
            <a:ext cx="5754600" cy="10887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0" name="Google Shape;70;p11"/>
          <p:cNvSpPr txBox="1">
            <a:spLocks noGrp="1"/>
          </p:cNvSpPr>
          <p:nvPr>
            <p:ph type="subTitle" idx="1"/>
          </p:nvPr>
        </p:nvSpPr>
        <p:spPr>
          <a:xfrm>
            <a:off x="1694650" y="2923828"/>
            <a:ext cx="57546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71" name="Google Shape;71;p11"/>
          <p:cNvGrpSpPr/>
          <p:nvPr/>
        </p:nvGrpSpPr>
        <p:grpSpPr>
          <a:xfrm>
            <a:off x="-8148" y="-331150"/>
            <a:ext cx="9143223" cy="5474639"/>
            <a:chOff x="-8148" y="-331150"/>
            <a:chExt cx="9143223" cy="5474639"/>
          </a:xfrm>
        </p:grpSpPr>
        <p:sp>
          <p:nvSpPr>
            <p:cNvPr id="72" name="Google Shape;72;p11"/>
            <p:cNvSpPr/>
            <p:nvPr/>
          </p:nvSpPr>
          <p:spPr>
            <a:xfrm>
              <a:off x="3521475" y="-331150"/>
              <a:ext cx="1151100" cy="11511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cxnSp>
          <p:nvCxnSpPr>
            <p:cNvPr id="73" name="Google Shape;73;p11"/>
            <p:cNvCxnSpPr>
              <a:stCxn id="72" idx="6"/>
            </p:cNvCxnSpPr>
            <p:nvPr/>
          </p:nvCxnSpPr>
          <p:spPr>
            <a:xfrm>
              <a:off x="4672575" y="244400"/>
              <a:ext cx="4462500" cy="0"/>
            </a:xfrm>
            <a:prstGeom prst="straightConnector1">
              <a:avLst/>
            </a:prstGeom>
            <a:noFill/>
            <a:ln w="9525" cap="flat" cmpd="sng">
              <a:solidFill>
                <a:schemeClr val="accent1"/>
              </a:solidFill>
              <a:prstDash val="solid"/>
              <a:round/>
              <a:headEnd type="none" w="med" len="med"/>
              <a:tailEnd type="none" w="med" len="med"/>
            </a:ln>
          </p:spPr>
        </p:cxnSp>
        <p:sp>
          <p:nvSpPr>
            <p:cNvPr id="74" name="Google Shape;74;p11"/>
            <p:cNvSpPr/>
            <p:nvPr/>
          </p:nvSpPr>
          <p:spPr>
            <a:xfrm>
              <a:off x="3760875" y="147650"/>
              <a:ext cx="672300" cy="6723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grpSp>
          <p:nvGrpSpPr>
            <p:cNvPr id="75" name="Google Shape;75;p11"/>
            <p:cNvGrpSpPr/>
            <p:nvPr/>
          </p:nvGrpSpPr>
          <p:grpSpPr>
            <a:xfrm>
              <a:off x="1845400" y="4236527"/>
              <a:ext cx="1436852" cy="906962"/>
              <a:chOff x="0" y="3084775"/>
              <a:chExt cx="2129300" cy="1519200"/>
            </a:xfrm>
          </p:grpSpPr>
          <p:sp>
            <p:nvSpPr>
              <p:cNvPr id="76" name="Google Shape;76;p11"/>
              <p:cNvSpPr/>
              <p:nvPr/>
            </p:nvSpPr>
            <p:spPr>
              <a:xfrm>
                <a:off x="0" y="3084775"/>
                <a:ext cx="994200" cy="1519200"/>
              </a:xfrm>
              <a:prstGeom prst="round2SameRect">
                <a:avLst>
                  <a:gd name="adj1" fmla="val 50000"/>
                  <a:gd name="adj2" fmla="val 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sp>
            <p:nvSpPr>
              <p:cNvPr id="77" name="Google Shape;77;p11"/>
              <p:cNvSpPr/>
              <p:nvPr/>
            </p:nvSpPr>
            <p:spPr>
              <a:xfrm>
                <a:off x="1135100" y="3084775"/>
                <a:ext cx="994200" cy="1519200"/>
              </a:xfrm>
              <a:prstGeom prst="round2SameRect">
                <a:avLst>
                  <a:gd name="adj1" fmla="val 50000"/>
                  <a:gd name="adj2" fmla="val 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grpSp>
        <p:cxnSp>
          <p:nvCxnSpPr>
            <p:cNvPr id="78" name="Google Shape;78;p11"/>
            <p:cNvCxnSpPr>
              <a:stCxn id="77" idx="0"/>
            </p:cNvCxnSpPr>
            <p:nvPr/>
          </p:nvCxnSpPr>
          <p:spPr>
            <a:xfrm rot="10800000">
              <a:off x="-8148" y="4690008"/>
              <a:ext cx="3290400" cy="0"/>
            </a:xfrm>
            <a:prstGeom prst="straightConnector1">
              <a:avLst/>
            </a:prstGeom>
            <a:noFill/>
            <a:ln w="9525" cap="flat" cmpd="sng">
              <a:solidFill>
                <a:schemeClr val="accent1"/>
              </a:solidFill>
              <a:prstDash val="solid"/>
              <a:round/>
              <a:headEnd type="none" w="med" len="med"/>
              <a:tailEnd type="none" w="med" len="med"/>
            </a:ln>
          </p:spPr>
        </p:cxnSp>
      </p:grpSp>
      <p:grpSp>
        <p:nvGrpSpPr>
          <p:cNvPr id="79" name="Google Shape;79;p11"/>
          <p:cNvGrpSpPr/>
          <p:nvPr/>
        </p:nvGrpSpPr>
        <p:grpSpPr>
          <a:xfrm>
            <a:off x="-1873368" y="-1115746"/>
            <a:ext cx="11553086" cy="7261465"/>
            <a:chOff x="-1873368" y="-1115746"/>
            <a:chExt cx="11553086" cy="7261465"/>
          </a:xfrm>
        </p:grpSpPr>
        <p:pic>
          <p:nvPicPr>
            <p:cNvPr id="80" name="Google Shape;80;p11"/>
            <p:cNvPicPr preferRelativeResize="0"/>
            <p:nvPr/>
          </p:nvPicPr>
          <p:blipFill>
            <a:blip r:embed="rId2">
              <a:alphaModFix amt="12000"/>
            </a:blip>
            <a:stretch>
              <a:fillRect/>
            </a:stretch>
          </p:blipFill>
          <p:spPr>
            <a:xfrm rot="-8979765" flipH="1">
              <a:off x="-1041358" y="-657784"/>
              <a:ext cx="2921265" cy="4086469"/>
            </a:xfrm>
            <a:prstGeom prst="rect">
              <a:avLst/>
            </a:prstGeom>
            <a:noFill/>
            <a:ln>
              <a:noFill/>
            </a:ln>
            <a:effectLst>
              <a:outerShdw blurRad="571500" dist="371475" dir="17460000" algn="bl" rotWithShape="0">
                <a:srgbClr val="000000">
                  <a:alpha val="55000"/>
                </a:srgbClr>
              </a:outerShdw>
            </a:effectLst>
          </p:spPr>
        </p:pic>
        <p:pic>
          <p:nvPicPr>
            <p:cNvPr id="81" name="Google Shape;81;p11"/>
            <p:cNvPicPr preferRelativeResize="0"/>
            <p:nvPr/>
          </p:nvPicPr>
          <p:blipFill>
            <a:blip r:embed="rId3">
              <a:alphaModFix amt="12000"/>
            </a:blip>
            <a:stretch>
              <a:fillRect/>
            </a:stretch>
          </p:blipFill>
          <p:spPr>
            <a:xfrm rot="-8448909" flipH="1">
              <a:off x="6814001" y="3073524"/>
              <a:ext cx="2286400" cy="2647601"/>
            </a:xfrm>
            <a:prstGeom prst="rect">
              <a:avLst/>
            </a:prstGeom>
            <a:noFill/>
            <a:ln>
              <a:noFill/>
            </a:ln>
            <a:effectLst>
              <a:outerShdw blurRad="571500" dist="371475" dir="17460000" algn="bl" rotWithShape="0">
                <a:srgbClr val="000000">
                  <a:alpha val="55000"/>
                </a:srgbClr>
              </a:outerShdw>
            </a:effectLst>
          </p:spPr>
        </p:pic>
      </p:grpSp>
    </p:spTree>
    <p:extLst>
      <p:ext uri="{BB962C8B-B14F-4D97-AF65-F5344CB8AC3E}">
        <p14:creationId xmlns:p14="http://schemas.microsoft.com/office/powerpoint/2010/main" val="42834950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4856800" y="2556025"/>
            <a:ext cx="3278700" cy="1441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1" name="Google Shape;21;p3"/>
          <p:cNvSpPr txBox="1">
            <a:spLocks noGrp="1"/>
          </p:cNvSpPr>
          <p:nvPr>
            <p:ph type="title" idx="2" hasCustomPrompt="1"/>
          </p:nvPr>
        </p:nvSpPr>
        <p:spPr>
          <a:xfrm>
            <a:off x="4856800" y="1145975"/>
            <a:ext cx="1815600" cy="10977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2" name="Google Shape;22;p3"/>
          <p:cNvSpPr>
            <a:spLocks noGrp="1"/>
          </p:cNvSpPr>
          <p:nvPr>
            <p:ph type="pic" idx="3"/>
          </p:nvPr>
        </p:nvSpPr>
        <p:spPr>
          <a:xfrm>
            <a:off x="1002500" y="539500"/>
            <a:ext cx="2760600" cy="4064400"/>
          </a:xfrm>
          <a:prstGeom prst="round2SameRect">
            <a:avLst>
              <a:gd name="adj1" fmla="val 16667"/>
              <a:gd name="adj2" fmla="val 0"/>
            </a:avLst>
          </a:prstGeom>
          <a:noFill/>
          <a:ln w="9525" cap="flat" cmpd="sng">
            <a:solidFill>
              <a:schemeClr val="lt2"/>
            </a:solidFill>
            <a:prstDash val="solid"/>
            <a:round/>
            <a:headEnd type="none" w="sm" len="sm"/>
            <a:tailEnd type="none" w="sm" len="sm"/>
          </a:ln>
        </p:spPr>
      </p:sp>
      <p:grpSp>
        <p:nvGrpSpPr>
          <p:cNvPr id="23" name="Google Shape;23;p3"/>
          <p:cNvGrpSpPr/>
          <p:nvPr/>
        </p:nvGrpSpPr>
        <p:grpSpPr>
          <a:xfrm>
            <a:off x="-50800" y="0"/>
            <a:ext cx="9225300" cy="5172050"/>
            <a:chOff x="-50800" y="0"/>
            <a:chExt cx="9225300" cy="5172050"/>
          </a:xfrm>
        </p:grpSpPr>
        <p:cxnSp>
          <p:nvCxnSpPr>
            <p:cNvPr id="24" name="Google Shape;24;p3"/>
            <p:cNvCxnSpPr/>
            <p:nvPr/>
          </p:nvCxnSpPr>
          <p:spPr>
            <a:xfrm>
              <a:off x="994075" y="1850"/>
              <a:ext cx="0" cy="5170200"/>
            </a:xfrm>
            <a:prstGeom prst="straightConnector1">
              <a:avLst/>
            </a:prstGeom>
            <a:noFill/>
            <a:ln w="9525" cap="flat" cmpd="sng">
              <a:solidFill>
                <a:schemeClr val="accent1"/>
              </a:solidFill>
              <a:prstDash val="solid"/>
              <a:round/>
              <a:headEnd type="none" w="med" len="med"/>
              <a:tailEnd type="none" w="med" len="med"/>
            </a:ln>
          </p:spPr>
        </p:cxnSp>
        <p:sp>
          <p:nvSpPr>
            <p:cNvPr id="25" name="Google Shape;25;p3"/>
            <p:cNvSpPr/>
            <p:nvPr/>
          </p:nvSpPr>
          <p:spPr>
            <a:xfrm>
              <a:off x="0" y="3084775"/>
              <a:ext cx="994200" cy="1519200"/>
            </a:xfrm>
            <a:prstGeom prst="round2SameRect">
              <a:avLst>
                <a:gd name="adj1" fmla="val 50000"/>
                <a:gd name="adj2" fmla="val 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cxnSp>
          <p:nvCxnSpPr>
            <p:cNvPr id="26" name="Google Shape;26;p3"/>
            <p:cNvCxnSpPr/>
            <p:nvPr/>
          </p:nvCxnSpPr>
          <p:spPr>
            <a:xfrm rot="10800000">
              <a:off x="-50800" y="4604000"/>
              <a:ext cx="9225300" cy="0"/>
            </a:xfrm>
            <a:prstGeom prst="straightConnector1">
              <a:avLst/>
            </a:prstGeom>
            <a:noFill/>
            <a:ln w="9525" cap="flat" cmpd="sng">
              <a:solidFill>
                <a:schemeClr val="accent1"/>
              </a:solidFill>
              <a:prstDash val="solid"/>
              <a:round/>
              <a:headEnd type="none" w="med" len="med"/>
              <a:tailEnd type="none" w="med" len="med"/>
            </a:ln>
          </p:spPr>
        </p:cxnSp>
        <p:sp>
          <p:nvSpPr>
            <p:cNvPr id="27" name="Google Shape;27;p3"/>
            <p:cNvSpPr/>
            <p:nvPr/>
          </p:nvSpPr>
          <p:spPr>
            <a:xfrm>
              <a:off x="0" y="2384200"/>
              <a:ext cx="994200" cy="1519200"/>
            </a:xfrm>
            <a:prstGeom prst="round2SameRect">
              <a:avLst>
                <a:gd name="adj1" fmla="val 50000"/>
                <a:gd name="adj2" fmla="val 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sp>
          <p:nvSpPr>
            <p:cNvPr id="28" name="Google Shape;28;p3"/>
            <p:cNvSpPr/>
            <p:nvPr/>
          </p:nvSpPr>
          <p:spPr>
            <a:xfrm>
              <a:off x="0" y="0"/>
              <a:ext cx="994200" cy="9942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sp>
          <p:nvSpPr>
            <p:cNvPr id="29" name="Google Shape;29;p3"/>
            <p:cNvSpPr/>
            <p:nvPr/>
          </p:nvSpPr>
          <p:spPr>
            <a:xfrm>
              <a:off x="251550" y="503100"/>
              <a:ext cx="491100" cy="4911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grpSp>
      <p:pic>
        <p:nvPicPr>
          <p:cNvPr id="30" name="Google Shape;30;p3"/>
          <p:cNvPicPr preferRelativeResize="0"/>
          <p:nvPr/>
        </p:nvPicPr>
        <p:blipFill rotWithShape="1">
          <a:blip r:embed="rId2">
            <a:alphaModFix amt="25000"/>
          </a:blip>
          <a:srcRect l="12752" t="16275" r="38757" b="8655"/>
          <a:stretch/>
        </p:blipFill>
        <p:spPr>
          <a:xfrm>
            <a:off x="7328400" y="0"/>
            <a:ext cx="1815600" cy="4107775"/>
          </a:xfrm>
          <a:prstGeom prst="rect">
            <a:avLst/>
          </a:prstGeom>
          <a:noFill/>
          <a:ln>
            <a:noFill/>
          </a:ln>
          <a:effectLst>
            <a:outerShdw blurRad="571500" dist="371475" dir="12600000" algn="bl" rotWithShape="0">
              <a:srgbClr val="000000">
                <a:alpha val="55000"/>
              </a:srgbClr>
            </a:outerShdw>
          </a:effectLst>
        </p:spPr>
      </p:pic>
    </p:spTree>
    <p:extLst>
      <p:ext uri="{BB962C8B-B14F-4D97-AF65-F5344CB8AC3E}">
        <p14:creationId xmlns:p14="http://schemas.microsoft.com/office/powerpoint/2010/main" val="5014707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4856800" y="2556025"/>
            <a:ext cx="3278700" cy="1441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1" name="Google Shape;21;p3"/>
          <p:cNvSpPr txBox="1">
            <a:spLocks noGrp="1"/>
          </p:cNvSpPr>
          <p:nvPr>
            <p:ph type="title" idx="2" hasCustomPrompt="1"/>
          </p:nvPr>
        </p:nvSpPr>
        <p:spPr>
          <a:xfrm>
            <a:off x="4856800" y="1145975"/>
            <a:ext cx="1815600" cy="10977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2" name="Google Shape;22;p3"/>
          <p:cNvSpPr>
            <a:spLocks noGrp="1"/>
          </p:cNvSpPr>
          <p:nvPr>
            <p:ph type="pic" idx="3"/>
          </p:nvPr>
        </p:nvSpPr>
        <p:spPr>
          <a:xfrm>
            <a:off x="1002500" y="539500"/>
            <a:ext cx="2760600" cy="4064400"/>
          </a:xfrm>
          <a:prstGeom prst="round2SameRect">
            <a:avLst>
              <a:gd name="adj1" fmla="val 16667"/>
              <a:gd name="adj2" fmla="val 0"/>
            </a:avLst>
          </a:prstGeom>
          <a:noFill/>
          <a:ln w="9525" cap="flat" cmpd="sng">
            <a:solidFill>
              <a:schemeClr val="lt2"/>
            </a:solidFill>
            <a:prstDash val="solid"/>
            <a:round/>
            <a:headEnd type="none" w="sm" len="sm"/>
            <a:tailEnd type="none" w="sm" len="sm"/>
          </a:ln>
        </p:spPr>
      </p:sp>
      <p:grpSp>
        <p:nvGrpSpPr>
          <p:cNvPr id="23" name="Google Shape;23;p3"/>
          <p:cNvGrpSpPr/>
          <p:nvPr/>
        </p:nvGrpSpPr>
        <p:grpSpPr>
          <a:xfrm>
            <a:off x="-50800" y="0"/>
            <a:ext cx="9225300" cy="5172050"/>
            <a:chOff x="-50800" y="0"/>
            <a:chExt cx="9225300" cy="5172050"/>
          </a:xfrm>
        </p:grpSpPr>
        <p:cxnSp>
          <p:nvCxnSpPr>
            <p:cNvPr id="24" name="Google Shape;24;p3"/>
            <p:cNvCxnSpPr/>
            <p:nvPr/>
          </p:nvCxnSpPr>
          <p:spPr>
            <a:xfrm>
              <a:off x="994075" y="1850"/>
              <a:ext cx="0" cy="5170200"/>
            </a:xfrm>
            <a:prstGeom prst="straightConnector1">
              <a:avLst/>
            </a:prstGeom>
            <a:noFill/>
            <a:ln w="9525" cap="flat" cmpd="sng">
              <a:solidFill>
                <a:schemeClr val="accent1"/>
              </a:solidFill>
              <a:prstDash val="solid"/>
              <a:round/>
              <a:headEnd type="none" w="med" len="med"/>
              <a:tailEnd type="none" w="med" len="med"/>
            </a:ln>
          </p:spPr>
        </p:cxnSp>
        <p:sp>
          <p:nvSpPr>
            <p:cNvPr id="25" name="Google Shape;25;p3"/>
            <p:cNvSpPr/>
            <p:nvPr/>
          </p:nvSpPr>
          <p:spPr>
            <a:xfrm>
              <a:off x="0" y="3084775"/>
              <a:ext cx="994200" cy="1519200"/>
            </a:xfrm>
            <a:prstGeom prst="round2SameRect">
              <a:avLst>
                <a:gd name="adj1" fmla="val 50000"/>
                <a:gd name="adj2" fmla="val 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cxnSp>
          <p:nvCxnSpPr>
            <p:cNvPr id="26" name="Google Shape;26;p3"/>
            <p:cNvCxnSpPr/>
            <p:nvPr/>
          </p:nvCxnSpPr>
          <p:spPr>
            <a:xfrm rot="10800000">
              <a:off x="-50800" y="4604000"/>
              <a:ext cx="9225300" cy="0"/>
            </a:xfrm>
            <a:prstGeom prst="straightConnector1">
              <a:avLst/>
            </a:prstGeom>
            <a:noFill/>
            <a:ln w="9525" cap="flat" cmpd="sng">
              <a:solidFill>
                <a:schemeClr val="accent1"/>
              </a:solidFill>
              <a:prstDash val="solid"/>
              <a:round/>
              <a:headEnd type="none" w="med" len="med"/>
              <a:tailEnd type="none" w="med" len="med"/>
            </a:ln>
          </p:spPr>
        </p:cxnSp>
        <p:sp>
          <p:nvSpPr>
            <p:cNvPr id="27" name="Google Shape;27;p3"/>
            <p:cNvSpPr/>
            <p:nvPr/>
          </p:nvSpPr>
          <p:spPr>
            <a:xfrm>
              <a:off x="0" y="2384200"/>
              <a:ext cx="994200" cy="1519200"/>
            </a:xfrm>
            <a:prstGeom prst="round2SameRect">
              <a:avLst>
                <a:gd name="adj1" fmla="val 50000"/>
                <a:gd name="adj2" fmla="val 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sp>
          <p:nvSpPr>
            <p:cNvPr id="28" name="Google Shape;28;p3"/>
            <p:cNvSpPr/>
            <p:nvPr/>
          </p:nvSpPr>
          <p:spPr>
            <a:xfrm>
              <a:off x="0" y="0"/>
              <a:ext cx="994200" cy="9942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sp>
          <p:nvSpPr>
            <p:cNvPr id="29" name="Google Shape;29;p3"/>
            <p:cNvSpPr/>
            <p:nvPr/>
          </p:nvSpPr>
          <p:spPr>
            <a:xfrm>
              <a:off x="251550" y="503100"/>
              <a:ext cx="491100" cy="4911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grpSp>
      <p:pic>
        <p:nvPicPr>
          <p:cNvPr id="30" name="Google Shape;30;p3"/>
          <p:cNvPicPr preferRelativeResize="0"/>
          <p:nvPr/>
        </p:nvPicPr>
        <p:blipFill rotWithShape="1">
          <a:blip r:embed="rId2">
            <a:alphaModFix amt="25000"/>
          </a:blip>
          <a:srcRect l="12752" t="16275" r="38757" b="8655"/>
          <a:stretch/>
        </p:blipFill>
        <p:spPr>
          <a:xfrm>
            <a:off x="7328400" y="0"/>
            <a:ext cx="1815600" cy="4107775"/>
          </a:xfrm>
          <a:prstGeom prst="rect">
            <a:avLst/>
          </a:prstGeom>
          <a:noFill/>
          <a:ln>
            <a:noFill/>
          </a:ln>
          <a:effectLst>
            <a:outerShdw blurRad="571500" dist="371475" dir="12600000" algn="bl" rotWithShape="0">
              <a:srgbClr val="000000">
                <a:alpha val="55000"/>
              </a:srgbClr>
            </a:outerShdw>
          </a:effectLst>
        </p:spPr>
      </p:pic>
    </p:spTree>
    <p:extLst>
      <p:ext uri="{BB962C8B-B14F-4D97-AF65-F5344CB8AC3E}">
        <p14:creationId xmlns:p14="http://schemas.microsoft.com/office/powerpoint/2010/main" val="501470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EB Garamond SemiBold"/>
              <a:buNone/>
              <a:defRPr sz="3000">
                <a:solidFill>
                  <a:schemeClr val="dk1"/>
                </a:solidFill>
                <a:latin typeface="EB Garamond SemiBold"/>
                <a:ea typeface="EB Garamond SemiBold"/>
                <a:cs typeface="EB Garamond SemiBold"/>
                <a:sym typeface="EB Garamond SemiBold"/>
              </a:defRPr>
            </a:lvl1pPr>
            <a:lvl2pPr lvl="1" rtl="0">
              <a:spcBef>
                <a:spcPts val="0"/>
              </a:spcBef>
              <a:spcAft>
                <a:spcPts val="0"/>
              </a:spcAft>
              <a:buClr>
                <a:schemeClr val="dk1"/>
              </a:buClr>
              <a:buSzPts val="3000"/>
              <a:buFont typeface="EB Garamond SemiBold"/>
              <a:buNone/>
              <a:defRPr sz="3000">
                <a:solidFill>
                  <a:schemeClr val="dk1"/>
                </a:solidFill>
                <a:latin typeface="EB Garamond SemiBold"/>
                <a:ea typeface="EB Garamond SemiBold"/>
                <a:cs typeface="EB Garamond SemiBold"/>
                <a:sym typeface="EB Garamond SemiBold"/>
              </a:defRPr>
            </a:lvl2pPr>
            <a:lvl3pPr lvl="2" rtl="0">
              <a:spcBef>
                <a:spcPts val="0"/>
              </a:spcBef>
              <a:spcAft>
                <a:spcPts val="0"/>
              </a:spcAft>
              <a:buClr>
                <a:schemeClr val="dk1"/>
              </a:buClr>
              <a:buSzPts val="3000"/>
              <a:buFont typeface="EB Garamond SemiBold"/>
              <a:buNone/>
              <a:defRPr sz="3000">
                <a:solidFill>
                  <a:schemeClr val="dk1"/>
                </a:solidFill>
                <a:latin typeface="EB Garamond SemiBold"/>
                <a:ea typeface="EB Garamond SemiBold"/>
                <a:cs typeface="EB Garamond SemiBold"/>
                <a:sym typeface="EB Garamond SemiBold"/>
              </a:defRPr>
            </a:lvl3pPr>
            <a:lvl4pPr lvl="3" rtl="0">
              <a:spcBef>
                <a:spcPts val="0"/>
              </a:spcBef>
              <a:spcAft>
                <a:spcPts val="0"/>
              </a:spcAft>
              <a:buClr>
                <a:schemeClr val="dk1"/>
              </a:buClr>
              <a:buSzPts val="3000"/>
              <a:buFont typeface="EB Garamond SemiBold"/>
              <a:buNone/>
              <a:defRPr sz="3000">
                <a:solidFill>
                  <a:schemeClr val="dk1"/>
                </a:solidFill>
                <a:latin typeface="EB Garamond SemiBold"/>
                <a:ea typeface="EB Garamond SemiBold"/>
                <a:cs typeface="EB Garamond SemiBold"/>
                <a:sym typeface="EB Garamond SemiBold"/>
              </a:defRPr>
            </a:lvl4pPr>
            <a:lvl5pPr lvl="4" rtl="0">
              <a:spcBef>
                <a:spcPts val="0"/>
              </a:spcBef>
              <a:spcAft>
                <a:spcPts val="0"/>
              </a:spcAft>
              <a:buClr>
                <a:schemeClr val="dk1"/>
              </a:buClr>
              <a:buSzPts val="3000"/>
              <a:buFont typeface="EB Garamond SemiBold"/>
              <a:buNone/>
              <a:defRPr sz="3000">
                <a:solidFill>
                  <a:schemeClr val="dk1"/>
                </a:solidFill>
                <a:latin typeface="EB Garamond SemiBold"/>
                <a:ea typeface="EB Garamond SemiBold"/>
                <a:cs typeface="EB Garamond SemiBold"/>
                <a:sym typeface="EB Garamond SemiBold"/>
              </a:defRPr>
            </a:lvl5pPr>
            <a:lvl6pPr lvl="5" rtl="0">
              <a:spcBef>
                <a:spcPts val="0"/>
              </a:spcBef>
              <a:spcAft>
                <a:spcPts val="0"/>
              </a:spcAft>
              <a:buClr>
                <a:schemeClr val="dk1"/>
              </a:buClr>
              <a:buSzPts val="3000"/>
              <a:buFont typeface="EB Garamond SemiBold"/>
              <a:buNone/>
              <a:defRPr sz="3000">
                <a:solidFill>
                  <a:schemeClr val="dk1"/>
                </a:solidFill>
                <a:latin typeface="EB Garamond SemiBold"/>
                <a:ea typeface="EB Garamond SemiBold"/>
                <a:cs typeface="EB Garamond SemiBold"/>
                <a:sym typeface="EB Garamond SemiBold"/>
              </a:defRPr>
            </a:lvl6pPr>
            <a:lvl7pPr lvl="6" rtl="0">
              <a:spcBef>
                <a:spcPts val="0"/>
              </a:spcBef>
              <a:spcAft>
                <a:spcPts val="0"/>
              </a:spcAft>
              <a:buClr>
                <a:schemeClr val="dk1"/>
              </a:buClr>
              <a:buSzPts val="3000"/>
              <a:buFont typeface="EB Garamond SemiBold"/>
              <a:buNone/>
              <a:defRPr sz="3000">
                <a:solidFill>
                  <a:schemeClr val="dk1"/>
                </a:solidFill>
                <a:latin typeface="EB Garamond SemiBold"/>
                <a:ea typeface="EB Garamond SemiBold"/>
                <a:cs typeface="EB Garamond SemiBold"/>
                <a:sym typeface="EB Garamond SemiBold"/>
              </a:defRPr>
            </a:lvl7pPr>
            <a:lvl8pPr lvl="7" rtl="0">
              <a:spcBef>
                <a:spcPts val="0"/>
              </a:spcBef>
              <a:spcAft>
                <a:spcPts val="0"/>
              </a:spcAft>
              <a:buClr>
                <a:schemeClr val="dk1"/>
              </a:buClr>
              <a:buSzPts val="3000"/>
              <a:buFont typeface="EB Garamond SemiBold"/>
              <a:buNone/>
              <a:defRPr sz="3000">
                <a:solidFill>
                  <a:schemeClr val="dk1"/>
                </a:solidFill>
                <a:latin typeface="EB Garamond SemiBold"/>
                <a:ea typeface="EB Garamond SemiBold"/>
                <a:cs typeface="EB Garamond SemiBold"/>
                <a:sym typeface="EB Garamond SemiBold"/>
              </a:defRPr>
            </a:lvl8pPr>
            <a:lvl9pPr lvl="8" rtl="0">
              <a:spcBef>
                <a:spcPts val="0"/>
              </a:spcBef>
              <a:spcAft>
                <a:spcPts val="0"/>
              </a:spcAft>
              <a:buClr>
                <a:schemeClr val="dk1"/>
              </a:buClr>
              <a:buSzPts val="3000"/>
              <a:buFont typeface="EB Garamond SemiBold"/>
              <a:buNone/>
              <a:defRPr sz="3000">
                <a:solidFill>
                  <a:schemeClr val="dk1"/>
                </a:solidFill>
                <a:latin typeface="EB Garamond SemiBold"/>
                <a:ea typeface="EB Garamond SemiBold"/>
                <a:cs typeface="EB Garamond SemiBold"/>
                <a:sym typeface="EB Garamond SemiBold"/>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legreya Sans Medium"/>
              <a:buChar char="●"/>
              <a:defRPr sz="1200">
                <a:solidFill>
                  <a:schemeClr val="dk1"/>
                </a:solidFill>
                <a:latin typeface="Alegreya Sans Medium"/>
                <a:ea typeface="Alegreya Sans Medium"/>
                <a:cs typeface="Alegreya Sans Medium"/>
                <a:sym typeface="Alegreya Sans Medium"/>
              </a:defRPr>
            </a:lvl1pPr>
            <a:lvl2pPr marL="914400" lvl="1" indent="-304800">
              <a:lnSpc>
                <a:spcPct val="100000"/>
              </a:lnSpc>
              <a:spcBef>
                <a:spcPts val="0"/>
              </a:spcBef>
              <a:spcAft>
                <a:spcPts val="0"/>
              </a:spcAft>
              <a:buClr>
                <a:schemeClr val="dk1"/>
              </a:buClr>
              <a:buSzPts val="1200"/>
              <a:buFont typeface="Alegreya Sans Medium"/>
              <a:buChar char="○"/>
              <a:defRPr sz="1200">
                <a:solidFill>
                  <a:schemeClr val="dk1"/>
                </a:solidFill>
                <a:latin typeface="Alegreya Sans Medium"/>
                <a:ea typeface="Alegreya Sans Medium"/>
                <a:cs typeface="Alegreya Sans Medium"/>
                <a:sym typeface="Alegreya Sans Medium"/>
              </a:defRPr>
            </a:lvl2pPr>
            <a:lvl3pPr marL="1371600" lvl="2" indent="-304800">
              <a:lnSpc>
                <a:spcPct val="100000"/>
              </a:lnSpc>
              <a:spcBef>
                <a:spcPts val="0"/>
              </a:spcBef>
              <a:spcAft>
                <a:spcPts val="0"/>
              </a:spcAft>
              <a:buClr>
                <a:schemeClr val="dk1"/>
              </a:buClr>
              <a:buSzPts val="1200"/>
              <a:buFont typeface="Alegreya Sans Medium"/>
              <a:buChar char="■"/>
              <a:defRPr sz="1200">
                <a:solidFill>
                  <a:schemeClr val="dk1"/>
                </a:solidFill>
                <a:latin typeface="Alegreya Sans Medium"/>
                <a:ea typeface="Alegreya Sans Medium"/>
                <a:cs typeface="Alegreya Sans Medium"/>
                <a:sym typeface="Alegreya Sans Medium"/>
              </a:defRPr>
            </a:lvl3pPr>
            <a:lvl4pPr marL="1828800" lvl="3" indent="-304800">
              <a:lnSpc>
                <a:spcPct val="100000"/>
              </a:lnSpc>
              <a:spcBef>
                <a:spcPts val="0"/>
              </a:spcBef>
              <a:spcAft>
                <a:spcPts val="0"/>
              </a:spcAft>
              <a:buClr>
                <a:schemeClr val="dk1"/>
              </a:buClr>
              <a:buSzPts val="1200"/>
              <a:buFont typeface="Alegreya Sans Medium"/>
              <a:buChar char="●"/>
              <a:defRPr sz="1200">
                <a:solidFill>
                  <a:schemeClr val="dk1"/>
                </a:solidFill>
                <a:latin typeface="Alegreya Sans Medium"/>
                <a:ea typeface="Alegreya Sans Medium"/>
                <a:cs typeface="Alegreya Sans Medium"/>
                <a:sym typeface="Alegreya Sans Medium"/>
              </a:defRPr>
            </a:lvl4pPr>
            <a:lvl5pPr marL="2286000" lvl="4" indent="-304800">
              <a:lnSpc>
                <a:spcPct val="100000"/>
              </a:lnSpc>
              <a:spcBef>
                <a:spcPts val="0"/>
              </a:spcBef>
              <a:spcAft>
                <a:spcPts val="0"/>
              </a:spcAft>
              <a:buClr>
                <a:schemeClr val="dk1"/>
              </a:buClr>
              <a:buSzPts val="1200"/>
              <a:buFont typeface="Alegreya Sans Medium"/>
              <a:buChar char="○"/>
              <a:defRPr sz="1200">
                <a:solidFill>
                  <a:schemeClr val="dk1"/>
                </a:solidFill>
                <a:latin typeface="Alegreya Sans Medium"/>
                <a:ea typeface="Alegreya Sans Medium"/>
                <a:cs typeface="Alegreya Sans Medium"/>
                <a:sym typeface="Alegreya Sans Medium"/>
              </a:defRPr>
            </a:lvl5pPr>
            <a:lvl6pPr marL="2743200" lvl="5" indent="-304800">
              <a:lnSpc>
                <a:spcPct val="100000"/>
              </a:lnSpc>
              <a:spcBef>
                <a:spcPts val="0"/>
              </a:spcBef>
              <a:spcAft>
                <a:spcPts val="0"/>
              </a:spcAft>
              <a:buClr>
                <a:schemeClr val="dk1"/>
              </a:buClr>
              <a:buSzPts val="1200"/>
              <a:buFont typeface="Alegreya Sans Medium"/>
              <a:buChar char="■"/>
              <a:defRPr sz="1200">
                <a:solidFill>
                  <a:schemeClr val="dk1"/>
                </a:solidFill>
                <a:latin typeface="Alegreya Sans Medium"/>
                <a:ea typeface="Alegreya Sans Medium"/>
                <a:cs typeface="Alegreya Sans Medium"/>
                <a:sym typeface="Alegreya Sans Medium"/>
              </a:defRPr>
            </a:lvl6pPr>
            <a:lvl7pPr marL="3200400" lvl="6" indent="-304800">
              <a:lnSpc>
                <a:spcPct val="100000"/>
              </a:lnSpc>
              <a:spcBef>
                <a:spcPts val="0"/>
              </a:spcBef>
              <a:spcAft>
                <a:spcPts val="0"/>
              </a:spcAft>
              <a:buClr>
                <a:schemeClr val="dk1"/>
              </a:buClr>
              <a:buSzPts val="1200"/>
              <a:buFont typeface="Alegreya Sans Medium"/>
              <a:buChar char="●"/>
              <a:defRPr sz="1200">
                <a:solidFill>
                  <a:schemeClr val="dk1"/>
                </a:solidFill>
                <a:latin typeface="Alegreya Sans Medium"/>
                <a:ea typeface="Alegreya Sans Medium"/>
                <a:cs typeface="Alegreya Sans Medium"/>
                <a:sym typeface="Alegreya Sans Medium"/>
              </a:defRPr>
            </a:lvl7pPr>
            <a:lvl8pPr marL="3657600" lvl="7" indent="-304800">
              <a:lnSpc>
                <a:spcPct val="100000"/>
              </a:lnSpc>
              <a:spcBef>
                <a:spcPts val="0"/>
              </a:spcBef>
              <a:spcAft>
                <a:spcPts val="0"/>
              </a:spcAft>
              <a:buClr>
                <a:schemeClr val="dk1"/>
              </a:buClr>
              <a:buSzPts val="1200"/>
              <a:buFont typeface="Alegreya Sans Medium"/>
              <a:buChar char="○"/>
              <a:defRPr sz="1200">
                <a:solidFill>
                  <a:schemeClr val="dk1"/>
                </a:solidFill>
                <a:latin typeface="Alegreya Sans Medium"/>
                <a:ea typeface="Alegreya Sans Medium"/>
                <a:cs typeface="Alegreya Sans Medium"/>
                <a:sym typeface="Alegreya Sans Medium"/>
              </a:defRPr>
            </a:lvl8pPr>
            <a:lvl9pPr marL="4114800" lvl="8" indent="-304800">
              <a:lnSpc>
                <a:spcPct val="100000"/>
              </a:lnSpc>
              <a:spcBef>
                <a:spcPts val="0"/>
              </a:spcBef>
              <a:spcAft>
                <a:spcPts val="0"/>
              </a:spcAft>
              <a:buClr>
                <a:schemeClr val="dk1"/>
              </a:buClr>
              <a:buSzPts val="1200"/>
              <a:buFont typeface="Alegreya Sans Medium"/>
              <a:buChar char="■"/>
              <a:defRPr sz="1200">
                <a:solidFill>
                  <a:schemeClr val="dk1"/>
                </a:solidFill>
                <a:latin typeface="Alegreya Sans Medium"/>
                <a:ea typeface="Alegreya Sans Medium"/>
                <a:cs typeface="Alegreya Sans Medium"/>
                <a:sym typeface="Alegreya Sans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3" r:id="rId2"/>
    <p:sldLayoutId id="2147483654" r:id="rId3"/>
    <p:sldLayoutId id="2147483655" r:id="rId4"/>
    <p:sldLayoutId id="2147483658" r:id="rId5"/>
    <p:sldLayoutId id="2147483662" r:id="rId6"/>
    <p:sldLayoutId id="2147483664" r:id="rId7"/>
    <p:sldLayoutId id="2147483667" r:id="rId8"/>
    <p:sldLayoutId id="2147483668" r:id="rId9"/>
    <p:sldLayoutId id="2147483669" r:id="rId10"/>
    <p:sldLayoutId id="2147483674" r:id="rId11"/>
    <p:sldLayoutId id="2147483675" r:id="rId12"/>
    <p:sldLayoutId id="2147483676" r:id="rId13"/>
    <p:sldLayoutId id="2147483677" r:id="rId14"/>
    <p:sldLayoutId id="2147483678" r:id="rId15"/>
    <p:sldLayoutId id="2147483679" r:id="rId16"/>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hyperlink" Target="http://www.freepik.com/" TargetMode="External"/><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3" Type="http://schemas.openxmlformats.org/officeDocument/2006/relationships/hyperlink" Target="http://www.freepik.com/"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8.png"/><Relationship Id="rId7"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19.png"/><Relationship Id="rId5" Type="http://schemas.openxmlformats.org/officeDocument/2006/relationships/hyperlink" Target="http://www.mindsera.com/" TargetMode="External"/><Relationship Id="rId4" Type="http://schemas.openxmlformats.org/officeDocument/2006/relationships/hyperlink" Target="http://www.freepik.com/" TargetMode="External"/><Relationship Id="rId9" Type="http://schemas.openxmlformats.org/officeDocument/2006/relationships/image" Target="../media/image22.png"/></Relationships>
</file>

<file path=ppt/slides/_rels/slide4.xml.rels><?xml version="1.0" encoding="UTF-8" standalone="yes"?>
<Relationships xmlns="http://schemas.openxmlformats.org/package/2006/relationships"><Relationship Id="rId8" Type="http://schemas.openxmlformats.org/officeDocument/2006/relationships/hyperlink" Target="https://research.google/blog/?search=MedGemma" TargetMode="External"/><Relationship Id="rId3" Type="http://schemas.openxmlformats.org/officeDocument/2006/relationships/image" Target="../media/image23.png"/><Relationship Id="rId7" Type="http://schemas.openxmlformats.org/officeDocument/2006/relationships/hyperlink" Target="http://www.freepik.com/"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5.png"/><Relationship Id="rId7"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26.png"/><Relationship Id="rId5" Type="http://schemas.openxmlformats.org/officeDocument/2006/relationships/hyperlink" Target="http://www.freepik.com/" TargetMode="External"/><Relationship Id="rId10" Type="http://schemas.openxmlformats.org/officeDocument/2006/relationships/image" Target="../media/image30.png"/><Relationship Id="rId4" Type="http://schemas.openxmlformats.org/officeDocument/2006/relationships/image" Target="../media/image11.png"/><Relationship Id="rId9" Type="http://schemas.openxmlformats.org/officeDocument/2006/relationships/image" Target="../media/image29.png"/></Relationships>
</file>

<file path=ppt/slides/_rels/slide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0.png"/><Relationship Id="rId7"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hyperlink" Target="http://www.freepik.com/" TargetMode="External"/><Relationship Id="rId5" Type="http://schemas.openxmlformats.org/officeDocument/2006/relationships/image" Target="../media/image31.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hyperlink" Target="http://www.freepik.com/" TargetMode="External"/><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hyperlink" Target="http://www.freepik.com/"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hyperlink" Target="http://www.freepik.com/" TargetMode="External"/><Relationship Id="rId7"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hyperlink" Target="http://bit.ly/2PfT4lq" TargetMode="External"/><Relationship Id="rId5" Type="http://schemas.openxmlformats.org/officeDocument/2006/relationships/hyperlink" Target="https://research.google/blog/?search=MedGemma" TargetMode="External"/><Relationship Id="rId4" Type="http://schemas.openxmlformats.org/officeDocument/2006/relationships/hyperlink" Target="http://www.mindsera.com/"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cdn.openai.com/papers/whisper.pdf?utm_source=chatgpt.com" TargetMode="External"/><Relationship Id="rId13" Type="http://schemas.openxmlformats.org/officeDocument/2006/relationships/hyperlink" Target="https://cloud.google.com/text-to-speech/docs" TargetMode="External"/><Relationship Id="rId3" Type="http://schemas.openxmlformats.org/officeDocument/2006/relationships/hyperlink" Target="https://www.mindsera.com/?utm_source=chatgpt.com" TargetMode="External"/><Relationship Id="rId7" Type="http://schemas.openxmlformats.org/officeDocument/2006/relationships/hyperlink" Target="https://github.com/JaidedAI/EasyOCR?utm_source=chatgpt.com" TargetMode="External"/><Relationship Id="rId12" Type="http://schemas.openxmlformats.org/officeDocument/2006/relationships/hyperlink" Target="https://arxiv.org/abs/1907.11692?utm_source=chatgpt.com" TargetMode="External"/><Relationship Id="rId17" Type="http://schemas.openxmlformats.org/officeDocument/2006/relationships/hyperlink" Target="http://www.freepik.com/" TargetMode="External"/><Relationship Id="rId2" Type="http://schemas.openxmlformats.org/officeDocument/2006/relationships/notesSlide" Target="../notesSlides/notesSlide10.xml"/><Relationship Id="rId16" Type="http://schemas.openxmlformats.org/officeDocument/2006/relationships/image" Target="../media/image42.png"/><Relationship Id="rId1" Type="http://schemas.openxmlformats.org/officeDocument/2006/relationships/slideLayout" Target="../slideLayouts/slideLayout15.xml"/><Relationship Id="rId6" Type="http://schemas.openxmlformats.org/officeDocument/2006/relationships/hyperlink" Target="https://cloud.google.com/vision/docs" TargetMode="External"/><Relationship Id="rId11" Type="http://schemas.openxmlformats.org/officeDocument/2006/relationships/hyperlink" Target="https://arxiv.org/abs/1910.01108?utm_source=chatgpt.com" TargetMode="External"/><Relationship Id="rId5" Type="http://schemas.openxmlformats.org/officeDocument/2006/relationships/hyperlink" Target="https://doi.org/10.1109/ICDAR.2007.4376991" TargetMode="External"/><Relationship Id="rId15" Type="http://schemas.openxmlformats.org/officeDocument/2006/relationships/hyperlink" Target="https://pypi.org/project/coqui-tts/?utm_source=chatgpt.com" TargetMode="External"/><Relationship Id="rId10" Type="http://schemas.openxmlformats.org/officeDocument/2006/relationships/hyperlink" Target="https://cloud.google.com/speech-to-text/docs" TargetMode="External"/><Relationship Id="rId4" Type="http://schemas.openxmlformats.org/officeDocument/2006/relationships/hyperlink" Target="https://research.google/blog/medgemma-our-most-capable-open-models-for-health-ai-development/?utm_source=chatgpt.com" TargetMode="External"/><Relationship Id="rId9" Type="http://schemas.openxmlformats.org/officeDocument/2006/relationships/hyperlink" Target="https://alphacephei.com/vosk/" TargetMode="External"/><Relationship Id="rId14" Type="http://schemas.openxmlformats.org/officeDocument/2006/relationships/hyperlink" Target="https://pyttsx3.readthedocs.io/?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7"/>
          <p:cNvSpPr txBox="1">
            <a:spLocks noGrp="1"/>
          </p:cNvSpPr>
          <p:nvPr>
            <p:ph type="ctrTitle"/>
          </p:nvPr>
        </p:nvSpPr>
        <p:spPr>
          <a:xfrm>
            <a:off x="923669" y="1279626"/>
            <a:ext cx="7296662" cy="2000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tx1"/>
                </a:solidFill>
              </a:rPr>
              <a:t>AI-Assisted Therapeutic Insight Extraction</a:t>
            </a:r>
            <a:endParaRPr dirty="0">
              <a:solidFill>
                <a:schemeClr val="tx1"/>
              </a:solidFill>
            </a:endParaRPr>
          </a:p>
        </p:txBody>
      </p:sp>
      <p:sp>
        <p:nvSpPr>
          <p:cNvPr id="205" name="Google Shape;205;p27"/>
          <p:cNvSpPr txBox="1">
            <a:spLocks noGrp="1"/>
          </p:cNvSpPr>
          <p:nvPr>
            <p:ph type="subTitle" idx="1"/>
          </p:nvPr>
        </p:nvSpPr>
        <p:spPr>
          <a:xfrm>
            <a:off x="2073299" y="3388074"/>
            <a:ext cx="4997401" cy="475800"/>
          </a:xfrm>
          <a:prstGeom prst="rect">
            <a:avLst/>
          </a:prstGeom>
        </p:spPr>
        <p:txBody>
          <a:bodyPr spcFirstLastPara="1" wrap="square" lIns="91425" tIns="91425" rIns="91425" bIns="91425" anchor="t" anchorCtr="0">
            <a:noAutofit/>
          </a:bodyPr>
          <a:lstStyle/>
          <a:p>
            <a:pPr marL="0" lvl="0" indent="0"/>
            <a:r>
              <a:rPr lang="en-GB" i="1" dirty="0">
                <a:solidFill>
                  <a:schemeClr val="tx2">
                    <a:lumMod val="75000"/>
                  </a:schemeClr>
                </a:solidFill>
                <a:latin typeface="Alegreya Sans Medium" panose="020B0604020202020204" charset="0"/>
              </a:rPr>
              <a:t>Template 4.1: Orchestrating AI Models to Achieve a Goal</a:t>
            </a:r>
            <a:endParaRPr i="1" dirty="0">
              <a:solidFill>
                <a:schemeClr val="tx2">
                  <a:lumMod val="75000"/>
                </a:schemeClr>
              </a:solidFill>
              <a:latin typeface="Alegreya Sans Medium" panose="020B0604020202020204" charset="0"/>
            </a:endParaRPr>
          </a:p>
        </p:txBody>
      </p:sp>
      <p:cxnSp>
        <p:nvCxnSpPr>
          <p:cNvPr id="206" name="Google Shape;206;p27"/>
          <p:cNvCxnSpPr>
            <a:endCxn id="207" idx="6"/>
          </p:cNvCxnSpPr>
          <p:nvPr/>
        </p:nvCxnSpPr>
        <p:spPr>
          <a:xfrm rot="10800000">
            <a:off x="1158675" y="3279726"/>
            <a:ext cx="5599500" cy="3300"/>
          </a:xfrm>
          <a:prstGeom prst="straightConnector1">
            <a:avLst/>
          </a:prstGeom>
          <a:noFill/>
          <a:ln w="9525" cap="flat" cmpd="sng">
            <a:solidFill>
              <a:schemeClr val="accent1"/>
            </a:solidFill>
            <a:prstDash val="solid"/>
            <a:round/>
            <a:headEnd type="none" w="med" len="med"/>
            <a:tailEnd type="none" w="med" len="med"/>
          </a:ln>
        </p:spPr>
      </p:cxnSp>
      <p:pic>
        <p:nvPicPr>
          <p:cNvPr id="4" name="Picture 3">
            <a:extLst>
              <a:ext uri="{FF2B5EF4-FFF2-40B4-BE49-F238E27FC236}">
                <a16:creationId xmlns:a16="http://schemas.microsoft.com/office/drawing/2014/main" id="{555E9D63-09DD-DF4E-C033-CDB2F6D74ED4}"/>
              </a:ext>
            </a:extLst>
          </p:cNvPr>
          <p:cNvPicPr>
            <a:picLocks noChangeAspect="1"/>
          </p:cNvPicPr>
          <p:nvPr/>
        </p:nvPicPr>
        <p:blipFill>
          <a:blip r:embed="rId3"/>
          <a:stretch>
            <a:fillRect/>
          </a:stretch>
        </p:blipFill>
        <p:spPr>
          <a:xfrm rot="21175922">
            <a:off x="1185337" y="478976"/>
            <a:ext cx="520722" cy="520722"/>
          </a:xfrm>
          <a:prstGeom prst="rect">
            <a:avLst/>
          </a:prstGeom>
        </p:spPr>
      </p:pic>
      <p:pic>
        <p:nvPicPr>
          <p:cNvPr id="5" name="Picture 4">
            <a:extLst>
              <a:ext uri="{FF2B5EF4-FFF2-40B4-BE49-F238E27FC236}">
                <a16:creationId xmlns:a16="http://schemas.microsoft.com/office/drawing/2014/main" id="{FD97C78C-B0EE-D353-B20F-FD7B7216CA38}"/>
              </a:ext>
            </a:extLst>
          </p:cNvPr>
          <p:cNvPicPr>
            <a:picLocks noChangeAspect="1"/>
          </p:cNvPicPr>
          <p:nvPr/>
        </p:nvPicPr>
        <p:blipFill>
          <a:blip r:embed="rId4"/>
          <a:stretch>
            <a:fillRect/>
          </a:stretch>
        </p:blipFill>
        <p:spPr>
          <a:xfrm rot="402034">
            <a:off x="1638428" y="962433"/>
            <a:ext cx="523220" cy="523220"/>
          </a:xfrm>
          <a:prstGeom prst="rect">
            <a:avLst/>
          </a:prstGeom>
        </p:spPr>
      </p:pic>
      <p:sp>
        <p:nvSpPr>
          <p:cNvPr id="6" name="Arrow: Down 5">
            <a:extLst>
              <a:ext uri="{FF2B5EF4-FFF2-40B4-BE49-F238E27FC236}">
                <a16:creationId xmlns:a16="http://schemas.microsoft.com/office/drawing/2014/main" id="{4EE38351-457B-E03A-B79C-60A7821D205E}"/>
              </a:ext>
            </a:extLst>
          </p:cNvPr>
          <p:cNvSpPr/>
          <p:nvPr/>
        </p:nvSpPr>
        <p:spPr>
          <a:xfrm rot="16200000">
            <a:off x="2598107" y="830282"/>
            <a:ext cx="221876" cy="282389"/>
          </a:xfrm>
          <a:prstGeom prst="downArrow">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 name="Arrow: Down 8">
            <a:extLst>
              <a:ext uri="{FF2B5EF4-FFF2-40B4-BE49-F238E27FC236}">
                <a16:creationId xmlns:a16="http://schemas.microsoft.com/office/drawing/2014/main" id="{03B9679E-8D49-5888-DE21-ED45CAAA644E}"/>
              </a:ext>
            </a:extLst>
          </p:cNvPr>
          <p:cNvSpPr/>
          <p:nvPr/>
        </p:nvSpPr>
        <p:spPr>
          <a:xfrm rot="16200000">
            <a:off x="4622672" y="842139"/>
            <a:ext cx="221876" cy="282389"/>
          </a:xfrm>
          <a:prstGeom prst="downArrow">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Arrow: Down 10">
            <a:extLst>
              <a:ext uri="{FF2B5EF4-FFF2-40B4-BE49-F238E27FC236}">
                <a16:creationId xmlns:a16="http://schemas.microsoft.com/office/drawing/2014/main" id="{30C4798D-D6CC-248E-2CFA-BDD2575E5D58}"/>
              </a:ext>
            </a:extLst>
          </p:cNvPr>
          <p:cNvSpPr/>
          <p:nvPr/>
        </p:nvSpPr>
        <p:spPr>
          <a:xfrm rot="16200000">
            <a:off x="6647237" y="842706"/>
            <a:ext cx="221876" cy="282389"/>
          </a:xfrm>
          <a:prstGeom prst="downArrow">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5" name="TextBox 14">
            <a:extLst>
              <a:ext uri="{FF2B5EF4-FFF2-40B4-BE49-F238E27FC236}">
                <a16:creationId xmlns:a16="http://schemas.microsoft.com/office/drawing/2014/main" id="{0B115E49-5C23-B6F5-9573-C83EC20DCAEC}"/>
              </a:ext>
            </a:extLst>
          </p:cNvPr>
          <p:cNvSpPr txBox="1"/>
          <p:nvPr/>
        </p:nvSpPr>
        <p:spPr>
          <a:xfrm>
            <a:off x="7044513" y="4459815"/>
            <a:ext cx="1630800" cy="215444"/>
          </a:xfrm>
          <a:prstGeom prst="rect">
            <a:avLst/>
          </a:prstGeom>
          <a:solidFill>
            <a:schemeClr val="tx1">
              <a:lumMod val="20000"/>
              <a:lumOff val="80000"/>
            </a:schemeClr>
          </a:solidFill>
          <a:effectLst>
            <a:softEdge rad="38100"/>
          </a:effectLst>
        </p:spPr>
        <p:txBody>
          <a:bodyPr wrap="square" rtlCol="0">
            <a:spAutoFit/>
          </a:bodyPr>
          <a:lstStyle/>
          <a:p>
            <a:pPr algn="ctr"/>
            <a:r>
              <a:rPr lang="en-US" sz="800" i="1" dirty="0">
                <a:solidFill>
                  <a:schemeClr val="accent1">
                    <a:lumMod val="75000"/>
                  </a:schemeClr>
                </a:solidFill>
                <a:latin typeface="Alegreya Sans Medium" panose="020B0604020202020204" charset="0"/>
              </a:rPr>
              <a:t>Icons: </a:t>
            </a:r>
            <a:r>
              <a:rPr lang="en-US" sz="800" i="1" dirty="0">
                <a:solidFill>
                  <a:schemeClr val="accent1">
                    <a:lumMod val="75000"/>
                  </a:schemeClr>
                </a:solidFill>
                <a:latin typeface="Alegreya Sans Medium" panose="020B0604020202020204" charset="0"/>
                <a:hlinkClick r:id="rId5"/>
              </a:rPr>
              <a:t>www.freepik.com</a:t>
            </a:r>
            <a:r>
              <a:rPr lang="en-US" sz="800" i="1" dirty="0">
                <a:solidFill>
                  <a:schemeClr val="accent1">
                    <a:lumMod val="75000"/>
                  </a:schemeClr>
                </a:solidFill>
                <a:latin typeface="Alegreya Sans Medium" panose="020B0604020202020204" charset="0"/>
              </a:rPr>
              <a:t> (free license</a:t>
            </a:r>
            <a:r>
              <a:rPr lang="en-US" sz="800" dirty="0">
                <a:solidFill>
                  <a:schemeClr val="accent1">
                    <a:lumMod val="75000"/>
                  </a:schemeClr>
                </a:solidFill>
                <a:latin typeface="Alegreya Sans Medium" panose="020B0604020202020204" charset="0"/>
              </a:rPr>
              <a:t>)</a:t>
            </a:r>
          </a:p>
        </p:txBody>
      </p:sp>
      <p:pic>
        <p:nvPicPr>
          <p:cNvPr id="3" name="Picture 2">
            <a:extLst>
              <a:ext uri="{FF2B5EF4-FFF2-40B4-BE49-F238E27FC236}">
                <a16:creationId xmlns:a16="http://schemas.microsoft.com/office/drawing/2014/main" id="{87EA3D36-2405-1C2F-D212-8E76CA518463}"/>
              </a:ext>
            </a:extLst>
          </p:cNvPr>
          <p:cNvPicPr>
            <a:picLocks noChangeAspect="1"/>
          </p:cNvPicPr>
          <p:nvPr/>
        </p:nvPicPr>
        <p:blipFill>
          <a:blip r:embed="rId6"/>
          <a:stretch>
            <a:fillRect/>
          </a:stretch>
        </p:blipFill>
        <p:spPr>
          <a:xfrm rot="21034702">
            <a:off x="3486751" y="749255"/>
            <a:ext cx="459730" cy="459730"/>
          </a:xfrm>
          <a:prstGeom prst="rect">
            <a:avLst/>
          </a:prstGeom>
        </p:spPr>
      </p:pic>
      <p:pic>
        <p:nvPicPr>
          <p:cNvPr id="13" name="Picture 12">
            <a:extLst>
              <a:ext uri="{FF2B5EF4-FFF2-40B4-BE49-F238E27FC236}">
                <a16:creationId xmlns:a16="http://schemas.microsoft.com/office/drawing/2014/main" id="{774D5058-ED40-433F-C267-3A7395BC88E0}"/>
              </a:ext>
            </a:extLst>
          </p:cNvPr>
          <p:cNvPicPr>
            <a:picLocks noChangeAspect="1"/>
          </p:cNvPicPr>
          <p:nvPr/>
        </p:nvPicPr>
        <p:blipFill>
          <a:blip r:embed="rId7"/>
          <a:stretch>
            <a:fillRect/>
          </a:stretch>
        </p:blipFill>
        <p:spPr>
          <a:xfrm rot="428813">
            <a:off x="5394665" y="649766"/>
            <a:ext cx="658709" cy="658709"/>
          </a:xfrm>
          <a:prstGeom prst="rect">
            <a:avLst/>
          </a:prstGeom>
        </p:spPr>
      </p:pic>
      <p:pic>
        <p:nvPicPr>
          <p:cNvPr id="18" name="Picture 17">
            <a:extLst>
              <a:ext uri="{FF2B5EF4-FFF2-40B4-BE49-F238E27FC236}">
                <a16:creationId xmlns:a16="http://schemas.microsoft.com/office/drawing/2014/main" id="{640EA37E-96D9-D584-3963-E8D7CED8A02B}"/>
              </a:ext>
            </a:extLst>
          </p:cNvPr>
          <p:cNvPicPr>
            <a:picLocks noChangeAspect="1"/>
          </p:cNvPicPr>
          <p:nvPr/>
        </p:nvPicPr>
        <p:blipFill>
          <a:blip r:embed="rId8"/>
          <a:stretch>
            <a:fillRect/>
          </a:stretch>
        </p:blipFill>
        <p:spPr>
          <a:xfrm rot="495650">
            <a:off x="7462357" y="713319"/>
            <a:ext cx="524226" cy="52422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05">
                                            <p:txEl>
                                              <p:pRg st="0" end="0"/>
                                            </p:txEl>
                                          </p:spTgt>
                                        </p:tgtEl>
                                        <p:attrNameLst>
                                          <p:attrName>style.visibility</p:attrName>
                                        </p:attrNameLst>
                                      </p:cBhvr>
                                      <p:to>
                                        <p:strVal val="visible"/>
                                      </p:to>
                                    </p:set>
                                    <p:animEffect transition="in" filter="fade">
                                      <p:cBhvr>
                                        <p:cTn id="12" dur="500"/>
                                        <p:tgtEl>
                                          <p:spTgt spid="205">
                                            <p:txEl>
                                              <p:pRg st="0" end="0"/>
                                            </p:txEl>
                                          </p:spTgt>
                                        </p:tgtEl>
                                      </p:cBhvr>
                                    </p:animEffect>
                                    <p:anim calcmode="lin" valueType="num">
                                      <p:cBhvr>
                                        <p:cTn id="13" dur="500" fill="hold"/>
                                        <p:tgtEl>
                                          <p:spTgt spid="205">
                                            <p:txEl>
                                              <p:pRg st="0" end="0"/>
                                            </p:txEl>
                                          </p:spTgt>
                                        </p:tgtEl>
                                        <p:attrNameLst>
                                          <p:attrName>ppt_x</p:attrName>
                                        </p:attrNameLst>
                                      </p:cBhvr>
                                      <p:tavLst>
                                        <p:tav tm="0">
                                          <p:val>
                                            <p:strVal val="#ppt_x"/>
                                          </p:val>
                                        </p:tav>
                                        <p:tav tm="100000">
                                          <p:val>
                                            <p:strVal val="#ppt_x"/>
                                          </p:val>
                                        </p:tav>
                                      </p:tavLst>
                                    </p:anim>
                                    <p:anim calcmode="lin" valueType="num">
                                      <p:cBhvr>
                                        <p:cTn id="14" dur="500" fill="hold"/>
                                        <p:tgtEl>
                                          <p:spTgt spid="20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fill="hold" nodeType="withEffect">
                                  <p:stCondLst>
                                    <p:cond delay="25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par>
                                <p:cTn id="23" presetID="10" presetClass="entr" presetSubtype="0" fill="hold" nodeType="withEffect">
                                  <p:stCondLst>
                                    <p:cond delay="100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p:tgtEl>
                                          <p:spTgt spid="6"/>
                                        </p:tgtEl>
                                      </p:cBhvr>
                                    </p:animEffect>
                                  </p:childTnLst>
                                </p:cTn>
                              </p:par>
                              <p:par>
                                <p:cTn id="31" presetID="10" presetClass="entr" presetSubtype="0" fill="hold" nodeType="withEffect">
                                  <p:stCondLst>
                                    <p:cond delay="25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500"/>
                                        <p:tgtEl>
                                          <p:spTgt spid="3"/>
                                        </p:tgtEl>
                                      </p:cBhvr>
                                    </p:animEffect>
                                  </p:childTnLst>
                                </p:cTn>
                              </p:par>
                              <p:par>
                                <p:cTn id="34" presetID="10" presetClass="entr" presetSubtype="0" fill="hold" grpId="0" nodeType="withEffect">
                                  <p:stCondLst>
                                    <p:cond delay="50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par>
                                <p:cTn id="37" presetID="10" presetClass="entr" presetSubtype="0" fill="hold" grpId="0" nodeType="withEffect">
                                  <p:stCondLst>
                                    <p:cond delay="75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par>
                                <p:cTn id="40" presetID="10" presetClass="entr" presetSubtype="0" fill="hold" nodeType="withEffect">
                                  <p:stCondLst>
                                    <p:cond delay="100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8">
          <a:extLst>
            <a:ext uri="{FF2B5EF4-FFF2-40B4-BE49-F238E27FC236}">
              <a16:creationId xmlns:a16="http://schemas.microsoft.com/office/drawing/2014/main" id="{00B75A69-1996-2C6A-1AD3-08A518C5F669}"/>
            </a:ext>
          </a:extLst>
        </p:cNvPr>
        <p:cNvGrpSpPr/>
        <p:nvPr/>
      </p:nvGrpSpPr>
      <p:grpSpPr>
        <a:xfrm>
          <a:off x="0" y="0"/>
          <a:ext cx="0" cy="0"/>
          <a:chOff x="0" y="0"/>
          <a:chExt cx="0" cy="0"/>
        </a:xfrm>
      </p:grpSpPr>
      <p:sp>
        <p:nvSpPr>
          <p:cNvPr id="239" name="Google Shape;239;p30">
            <a:extLst>
              <a:ext uri="{FF2B5EF4-FFF2-40B4-BE49-F238E27FC236}">
                <a16:creationId xmlns:a16="http://schemas.microsoft.com/office/drawing/2014/main" id="{950970EE-B77F-A3C1-F2A0-A730149C94BD}"/>
              </a:ext>
            </a:extLst>
          </p:cNvPr>
          <p:cNvSpPr txBox="1">
            <a:spLocks noGrp="1"/>
          </p:cNvSpPr>
          <p:nvPr>
            <p:ph type="title"/>
          </p:nvPr>
        </p:nvSpPr>
        <p:spPr>
          <a:xfrm>
            <a:off x="1108463" y="1408050"/>
            <a:ext cx="3334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dirty="0"/>
              <a:t>Motivation</a:t>
            </a:r>
            <a:endParaRPr sz="3200" dirty="0"/>
          </a:p>
        </p:txBody>
      </p:sp>
      <p:sp>
        <p:nvSpPr>
          <p:cNvPr id="240" name="Google Shape;240;p30">
            <a:extLst>
              <a:ext uri="{FF2B5EF4-FFF2-40B4-BE49-F238E27FC236}">
                <a16:creationId xmlns:a16="http://schemas.microsoft.com/office/drawing/2014/main" id="{B70B0197-3552-6B5D-AF41-B8C9397281B0}"/>
              </a:ext>
            </a:extLst>
          </p:cNvPr>
          <p:cNvSpPr txBox="1">
            <a:spLocks noGrp="1"/>
          </p:cNvSpPr>
          <p:nvPr>
            <p:ph type="subTitle" idx="1"/>
          </p:nvPr>
        </p:nvSpPr>
        <p:spPr>
          <a:xfrm>
            <a:off x="1108463" y="1980750"/>
            <a:ext cx="3334200" cy="1754700"/>
          </a:xfrm>
          <a:prstGeom prst="rect">
            <a:avLst/>
          </a:prstGeom>
        </p:spPr>
        <p:txBody>
          <a:bodyPr spcFirstLastPara="1" wrap="square" lIns="91425" tIns="91425" rIns="91425" bIns="91425" anchor="t" anchorCtr="0">
            <a:noAutofit/>
          </a:bodyPr>
          <a:lstStyle/>
          <a:p>
            <a:pPr marL="152400" lvl="0" indent="0">
              <a:spcBef>
                <a:spcPts val="1000"/>
              </a:spcBef>
              <a:buNone/>
            </a:pPr>
            <a:r>
              <a:rPr lang="en-US" sz="1400" dirty="0"/>
              <a:t>Time constraints </a:t>
            </a:r>
            <a:r>
              <a:rPr lang="nl-NL" sz="1400" i="1" dirty="0"/>
              <a:t>(Shaul et al., 2024).</a:t>
            </a:r>
            <a:endParaRPr sz="1400" i="1" dirty="0"/>
          </a:p>
          <a:p>
            <a:pPr marL="152400" lvl="0" indent="0" algn="l" rtl="0">
              <a:spcBef>
                <a:spcPts val="0"/>
              </a:spcBef>
              <a:spcAft>
                <a:spcPts val="0"/>
              </a:spcAft>
              <a:buSzPts val="1200"/>
              <a:buNone/>
            </a:pPr>
            <a:r>
              <a:rPr lang="en-US" sz="1400" dirty="0"/>
              <a:t>Repetitive tasks.</a:t>
            </a:r>
          </a:p>
          <a:p>
            <a:pPr marL="152400" lvl="0" indent="0" algn="l" rtl="0">
              <a:spcBef>
                <a:spcPts val="0"/>
              </a:spcBef>
              <a:spcAft>
                <a:spcPts val="0"/>
              </a:spcAft>
              <a:buSzPts val="1200"/>
              <a:buNone/>
            </a:pPr>
            <a:r>
              <a:rPr lang="en-US" sz="1400" dirty="0"/>
              <a:t>Structured insights.</a:t>
            </a:r>
            <a:endParaRPr sz="1400" dirty="0"/>
          </a:p>
        </p:txBody>
      </p:sp>
      <p:sp>
        <p:nvSpPr>
          <p:cNvPr id="14" name="TextBox 13">
            <a:extLst>
              <a:ext uri="{FF2B5EF4-FFF2-40B4-BE49-F238E27FC236}">
                <a16:creationId xmlns:a16="http://schemas.microsoft.com/office/drawing/2014/main" id="{6F5629AF-AE80-8D0E-05C6-5EF97ACC49CF}"/>
              </a:ext>
            </a:extLst>
          </p:cNvPr>
          <p:cNvSpPr txBox="1"/>
          <p:nvPr/>
        </p:nvSpPr>
        <p:spPr>
          <a:xfrm>
            <a:off x="710388" y="4459815"/>
            <a:ext cx="1994712" cy="215444"/>
          </a:xfrm>
          <a:prstGeom prst="rect">
            <a:avLst/>
          </a:prstGeom>
          <a:solidFill>
            <a:schemeClr val="tx1">
              <a:lumMod val="20000"/>
              <a:lumOff val="80000"/>
            </a:schemeClr>
          </a:solidFill>
          <a:effectLst>
            <a:softEdge rad="38100"/>
          </a:effectLst>
        </p:spPr>
        <p:txBody>
          <a:bodyPr wrap="square" rtlCol="0">
            <a:spAutoFit/>
          </a:bodyPr>
          <a:lstStyle/>
          <a:p>
            <a:pPr algn="ctr"/>
            <a:r>
              <a:rPr lang="en-US" sz="800" i="1" dirty="0">
                <a:solidFill>
                  <a:schemeClr val="accent1">
                    <a:lumMod val="75000"/>
                  </a:schemeClr>
                </a:solidFill>
                <a:latin typeface="Alegreya Sans Medium" panose="020B0604020202020204" charset="0"/>
              </a:rPr>
              <a:t>Vector and icons: </a:t>
            </a:r>
            <a:r>
              <a:rPr lang="en-US" sz="800" i="1" dirty="0">
                <a:solidFill>
                  <a:schemeClr val="accent1">
                    <a:lumMod val="75000"/>
                  </a:schemeClr>
                </a:solidFill>
                <a:latin typeface="Alegreya Sans Medium" panose="020B0604020202020204" charset="0"/>
                <a:hlinkClick r:id="rId3"/>
              </a:rPr>
              <a:t>www.freepik.com</a:t>
            </a:r>
            <a:r>
              <a:rPr lang="en-US" sz="800" i="1" dirty="0">
                <a:solidFill>
                  <a:schemeClr val="accent1">
                    <a:lumMod val="75000"/>
                  </a:schemeClr>
                </a:solidFill>
                <a:latin typeface="Alegreya Sans Medium" panose="020B0604020202020204" charset="0"/>
              </a:rPr>
              <a:t> (free license</a:t>
            </a:r>
            <a:r>
              <a:rPr lang="en-US" sz="800" dirty="0">
                <a:solidFill>
                  <a:schemeClr val="accent1">
                    <a:lumMod val="75000"/>
                  </a:schemeClr>
                </a:solidFill>
                <a:latin typeface="Alegreya Sans Medium" panose="020B0604020202020204" charset="0"/>
              </a:rPr>
              <a:t>)</a:t>
            </a:r>
          </a:p>
        </p:txBody>
      </p:sp>
      <p:pic>
        <p:nvPicPr>
          <p:cNvPr id="3" name="Picture 2">
            <a:extLst>
              <a:ext uri="{FF2B5EF4-FFF2-40B4-BE49-F238E27FC236}">
                <a16:creationId xmlns:a16="http://schemas.microsoft.com/office/drawing/2014/main" id="{893A1937-8F49-AC33-78CF-6E68064E4548}"/>
              </a:ext>
            </a:extLst>
          </p:cNvPr>
          <p:cNvPicPr>
            <a:picLocks noChangeAspect="1"/>
          </p:cNvPicPr>
          <p:nvPr/>
        </p:nvPicPr>
        <p:blipFill>
          <a:blip r:embed="rId4"/>
          <a:stretch>
            <a:fillRect/>
          </a:stretch>
        </p:blipFill>
        <p:spPr>
          <a:xfrm rot="546118">
            <a:off x="4969832" y="873409"/>
            <a:ext cx="1277926" cy="1277926"/>
          </a:xfrm>
          <a:prstGeom prst="rect">
            <a:avLst/>
          </a:prstGeom>
        </p:spPr>
      </p:pic>
      <p:pic>
        <p:nvPicPr>
          <p:cNvPr id="7" name="Picture 6">
            <a:extLst>
              <a:ext uri="{FF2B5EF4-FFF2-40B4-BE49-F238E27FC236}">
                <a16:creationId xmlns:a16="http://schemas.microsoft.com/office/drawing/2014/main" id="{F53D6336-FD4E-B0FF-4E80-B04B7D77B3C9}"/>
              </a:ext>
            </a:extLst>
          </p:cNvPr>
          <p:cNvPicPr>
            <a:picLocks noChangeAspect="1"/>
          </p:cNvPicPr>
          <p:nvPr/>
        </p:nvPicPr>
        <p:blipFill>
          <a:blip r:embed="rId5"/>
          <a:stretch>
            <a:fillRect/>
          </a:stretch>
        </p:blipFill>
        <p:spPr>
          <a:xfrm rot="21274668">
            <a:off x="5233271" y="3361906"/>
            <a:ext cx="1153704" cy="1153704"/>
          </a:xfrm>
          <a:prstGeom prst="rect">
            <a:avLst/>
          </a:prstGeom>
        </p:spPr>
      </p:pic>
      <p:pic>
        <p:nvPicPr>
          <p:cNvPr id="9" name="Picture 8">
            <a:extLst>
              <a:ext uri="{FF2B5EF4-FFF2-40B4-BE49-F238E27FC236}">
                <a16:creationId xmlns:a16="http://schemas.microsoft.com/office/drawing/2014/main" id="{10F97A83-1264-D28D-C9CE-010A981292D0}"/>
              </a:ext>
            </a:extLst>
          </p:cNvPr>
          <p:cNvPicPr>
            <a:picLocks noChangeAspect="1"/>
          </p:cNvPicPr>
          <p:nvPr/>
        </p:nvPicPr>
        <p:blipFill>
          <a:blip r:embed="rId6"/>
          <a:stretch>
            <a:fillRect/>
          </a:stretch>
        </p:blipFill>
        <p:spPr>
          <a:xfrm>
            <a:off x="6229245" y="1342771"/>
            <a:ext cx="2308732" cy="2288480"/>
          </a:xfrm>
          <a:prstGeom prst="rect">
            <a:avLst/>
          </a:prstGeom>
        </p:spPr>
      </p:pic>
    </p:spTree>
    <p:extLst>
      <p:ext uri="{BB962C8B-B14F-4D97-AF65-F5344CB8AC3E}">
        <p14:creationId xmlns:p14="http://schemas.microsoft.com/office/powerpoint/2010/main" val="28235102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0">
                                            <p:txEl>
                                              <p:pRg st="0" end="0"/>
                                            </p:txEl>
                                          </p:spTgt>
                                        </p:tgtEl>
                                        <p:attrNameLst>
                                          <p:attrName>style.visibility</p:attrName>
                                        </p:attrNameLst>
                                      </p:cBhvr>
                                      <p:to>
                                        <p:strVal val="visible"/>
                                      </p:to>
                                    </p:set>
                                    <p:animEffect transition="in" filter="fade">
                                      <p:cBhvr>
                                        <p:cTn id="12" dur="500"/>
                                        <p:tgtEl>
                                          <p:spTgt spid="240">
                                            <p:txEl>
                                              <p:pRg st="0" end="0"/>
                                            </p:txEl>
                                          </p:spTgt>
                                        </p:tgtEl>
                                      </p:cBhvr>
                                    </p:animEffect>
                                  </p:childTnLst>
                                </p:cTn>
                              </p:par>
                              <p:par>
                                <p:cTn id="13" presetID="10" presetClass="entr" presetSubtype="0" fill="hold" nodeType="withEffect">
                                  <p:stCondLst>
                                    <p:cond delay="25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40">
                                            <p:txEl>
                                              <p:pRg st="1" end="1"/>
                                            </p:txEl>
                                          </p:spTgt>
                                        </p:tgtEl>
                                        <p:attrNameLst>
                                          <p:attrName>style.visibility</p:attrName>
                                        </p:attrNameLst>
                                      </p:cBhvr>
                                      <p:to>
                                        <p:strVal val="visible"/>
                                      </p:to>
                                    </p:set>
                                    <p:animEffect transition="in" filter="fade">
                                      <p:cBhvr>
                                        <p:cTn id="20" dur="500"/>
                                        <p:tgtEl>
                                          <p:spTgt spid="240">
                                            <p:txEl>
                                              <p:pRg st="1" end="1"/>
                                            </p:txEl>
                                          </p:spTgt>
                                        </p:tgtEl>
                                      </p:cBhvr>
                                    </p:animEffect>
                                  </p:childTnLst>
                                </p:cTn>
                              </p:par>
                              <p:par>
                                <p:cTn id="21" presetID="10" presetClass="entr" presetSubtype="0" fill="hold" nodeType="withEffect">
                                  <p:stCondLst>
                                    <p:cond delay="25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40">
                                            <p:txEl>
                                              <p:pRg st="2" end="2"/>
                                            </p:txEl>
                                          </p:spTgt>
                                        </p:tgtEl>
                                        <p:attrNameLst>
                                          <p:attrName>style.visibility</p:attrName>
                                        </p:attrNameLst>
                                      </p:cBhvr>
                                      <p:to>
                                        <p:strVal val="visible"/>
                                      </p:to>
                                    </p:set>
                                    <p:animEffect transition="in" filter="fade">
                                      <p:cBhvr>
                                        <p:cTn id="28" dur="500"/>
                                        <p:tgtEl>
                                          <p:spTgt spid="240">
                                            <p:txEl>
                                              <p:pRg st="2" end="2"/>
                                            </p:txEl>
                                          </p:spTgt>
                                        </p:tgtEl>
                                      </p:cBhvr>
                                    </p:animEffect>
                                  </p:childTnLst>
                                </p:cTn>
                              </p:par>
                              <p:par>
                                <p:cTn id="29" presetID="10" presetClass="entr" presetSubtype="0" fill="hold" nodeType="withEffect">
                                  <p:stCondLst>
                                    <p:cond delay="25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11" name="Title 2">
            <a:extLst>
              <a:ext uri="{FF2B5EF4-FFF2-40B4-BE49-F238E27FC236}">
                <a16:creationId xmlns:a16="http://schemas.microsoft.com/office/drawing/2014/main" id="{B16D378F-E63B-F477-F8CB-CC6FBE1249B2}"/>
              </a:ext>
            </a:extLst>
          </p:cNvPr>
          <p:cNvSpPr txBox="1">
            <a:spLocks/>
          </p:cNvSpPr>
          <p:nvPr/>
        </p:nvSpPr>
        <p:spPr>
          <a:xfrm>
            <a:off x="1108462" y="1408050"/>
            <a:ext cx="4963154" cy="572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ZA" sz="2000" b="1" dirty="0" err="1">
                <a:solidFill>
                  <a:schemeClr val="tx1"/>
                </a:solidFill>
                <a:latin typeface="EB Garamond SemiBold" panose="00000700000000000000" pitchFamily="2" charset="0"/>
                <a:ea typeface="EB Garamond SemiBold" panose="00000700000000000000" pitchFamily="2" charset="0"/>
              </a:rPr>
              <a:t>Mindsera</a:t>
            </a:r>
            <a:r>
              <a:rPr lang="en-ZA" sz="2000" b="1" dirty="0">
                <a:solidFill>
                  <a:schemeClr val="tx1"/>
                </a:solidFill>
                <a:latin typeface="EB Garamond SemiBold" panose="00000700000000000000" pitchFamily="2" charset="0"/>
                <a:ea typeface="EB Garamond SemiBold" panose="00000700000000000000" pitchFamily="2" charset="0"/>
              </a:rPr>
              <a:t>: AI Journaling Assistant</a:t>
            </a:r>
            <a:br>
              <a:rPr lang="en-ZA" sz="2000" b="1" dirty="0">
                <a:solidFill>
                  <a:schemeClr val="tx1"/>
                </a:solidFill>
                <a:latin typeface="EB Garamond SemiBold" panose="00000700000000000000" pitchFamily="2" charset="0"/>
                <a:ea typeface="EB Garamond SemiBold" panose="00000700000000000000" pitchFamily="2" charset="0"/>
              </a:rPr>
            </a:br>
            <a:r>
              <a:rPr lang="en-ZA" sz="1200" b="1" dirty="0">
                <a:solidFill>
                  <a:schemeClr val="tx1"/>
                </a:solidFill>
                <a:latin typeface="EB Garamond SemiBold" panose="00000700000000000000" pitchFamily="2" charset="0"/>
                <a:ea typeface="EB Garamond SemiBold" panose="00000700000000000000" pitchFamily="2" charset="0"/>
              </a:rPr>
              <a:t>(</a:t>
            </a:r>
            <a:r>
              <a:rPr lang="en-ZA" sz="1200" b="1" dirty="0" err="1">
                <a:solidFill>
                  <a:schemeClr val="tx1"/>
                </a:solidFill>
                <a:latin typeface="EB Garamond SemiBold" panose="00000700000000000000" pitchFamily="2" charset="0"/>
                <a:ea typeface="EB Garamond SemiBold" panose="00000700000000000000" pitchFamily="2" charset="0"/>
              </a:rPr>
              <a:t>Mindsera</a:t>
            </a:r>
            <a:r>
              <a:rPr lang="en-ZA" sz="1200" b="1" dirty="0">
                <a:solidFill>
                  <a:schemeClr val="tx1"/>
                </a:solidFill>
                <a:latin typeface="EB Garamond SemiBold" panose="00000700000000000000" pitchFamily="2" charset="0"/>
                <a:ea typeface="EB Garamond SemiBold" panose="00000700000000000000" pitchFamily="2" charset="0"/>
              </a:rPr>
              <a:t>, 2025)</a:t>
            </a:r>
          </a:p>
        </p:txBody>
      </p:sp>
      <p:sp>
        <p:nvSpPr>
          <p:cNvPr id="8" name="Google Shape;240;p30">
            <a:extLst>
              <a:ext uri="{FF2B5EF4-FFF2-40B4-BE49-F238E27FC236}">
                <a16:creationId xmlns:a16="http://schemas.microsoft.com/office/drawing/2014/main" id="{8E06C054-283E-B246-4CAC-B9163FB9F711}"/>
              </a:ext>
            </a:extLst>
          </p:cNvPr>
          <p:cNvSpPr txBox="1">
            <a:spLocks/>
          </p:cNvSpPr>
          <p:nvPr/>
        </p:nvSpPr>
        <p:spPr>
          <a:xfrm>
            <a:off x="1108463" y="1980749"/>
            <a:ext cx="3334200" cy="1182001"/>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52400">
              <a:spcBef>
                <a:spcPts val="1000"/>
              </a:spcBef>
              <a:buSzPts val="1200"/>
            </a:pPr>
            <a:r>
              <a:rPr lang="en-GB" sz="1600" dirty="0">
                <a:solidFill>
                  <a:schemeClr val="bg2">
                    <a:lumMod val="25000"/>
                  </a:schemeClr>
                </a:solidFill>
                <a:latin typeface="EB Garamond SemiBold" panose="00000700000000000000" pitchFamily="2" charset="0"/>
                <a:ea typeface="EB Garamond SemiBold" panose="00000700000000000000" pitchFamily="2" charset="0"/>
              </a:rPr>
              <a:t>What it does right.</a:t>
            </a:r>
            <a:endParaRPr lang="en-GB" sz="1200" dirty="0">
              <a:latin typeface="Alegreya Sans Medium" panose="020B0604020202020204" charset="0"/>
              <a:ea typeface="EB Garamond SemiBold" panose="00000700000000000000" pitchFamily="2" charset="0"/>
            </a:endParaRPr>
          </a:p>
          <a:p>
            <a:pPr marL="152400">
              <a:spcBef>
                <a:spcPts val="200"/>
              </a:spcBef>
              <a:buSzPts val="1200"/>
            </a:pPr>
            <a:r>
              <a:rPr lang="en-GB" sz="1200" dirty="0">
                <a:latin typeface="Alegreya Sans Medium" panose="020B0604020202020204" charset="0"/>
                <a:ea typeface="EB Garamond SemiBold" panose="00000700000000000000" pitchFamily="2" charset="0"/>
              </a:rPr>
              <a:t>Uses LLMs and NLP.</a:t>
            </a:r>
            <a:br>
              <a:rPr lang="en-GB" sz="1200" dirty="0">
                <a:latin typeface="Alegreya Sans Medium" panose="020B0604020202020204" charset="0"/>
                <a:ea typeface="EB Garamond SemiBold" panose="00000700000000000000" pitchFamily="2" charset="0"/>
              </a:rPr>
            </a:br>
            <a:r>
              <a:rPr lang="en-GB" sz="1200" dirty="0">
                <a:latin typeface="Alegreya Sans Medium" panose="020B0604020202020204" charset="0"/>
                <a:ea typeface="EB Garamond SemiBold" panose="00000700000000000000" pitchFamily="2" charset="0"/>
              </a:rPr>
              <a:t>Journalling analysis and insights.</a:t>
            </a:r>
          </a:p>
          <a:p>
            <a:pPr marL="152400">
              <a:spcBef>
                <a:spcPts val="200"/>
              </a:spcBef>
              <a:buSzPts val="1200"/>
            </a:pPr>
            <a:r>
              <a:rPr lang="en-GB" sz="1200" dirty="0">
                <a:latin typeface="Alegreya Sans Medium" panose="020B0604020202020204" charset="0"/>
                <a:ea typeface="EB Garamond SemiBold" panose="00000700000000000000" pitchFamily="2" charset="0"/>
              </a:rPr>
              <a:t>Multimodal inputs.</a:t>
            </a:r>
          </a:p>
        </p:txBody>
      </p:sp>
      <p:sp>
        <p:nvSpPr>
          <p:cNvPr id="9" name="Google Shape;240;p30">
            <a:extLst>
              <a:ext uri="{FF2B5EF4-FFF2-40B4-BE49-F238E27FC236}">
                <a16:creationId xmlns:a16="http://schemas.microsoft.com/office/drawing/2014/main" id="{7D23EABA-1E8C-6F5B-3271-FF8CAB8FC292}"/>
              </a:ext>
            </a:extLst>
          </p:cNvPr>
          <p:cNvSpPr txBox="1">
            <a:spLocks/>
          </p:cNvSpPr>
          <p:nvPr/>
        </p:nvSpPr>
        <p:spPr>
          <a:xfrm>
            <a:off x="1106424" y="3178704"/>
            <a:ext cx="3334200" cy="81326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52400">
              <a:spcBef>
                <a:spcPts val="200"/>
              </a:spcBef>
              <a:buSzPts val="1200"/>
            </a:pPr>
            <a:r>
              <a:rPr lang="en-GB" sz="1600" dirty="0">
                <a:solidFill>
                  <a:schemeClr val="bg2">
                    <a:lumMod val="25000"/>
                  </a:schemeClr>
                </a:solidFill>
                <a:latin typeface="EB Garamond SemiBold" panose="00000700000000000000" pitchFamily="2" charset="0"/>
                <a:ea typeface="EB Garamond SemiBold" panose="00000700000000000000" pitchFamily="2" charset="0"/>
              </a:rPr>
              <a:t>What it doesn’t do.</a:t>
            </a:r>
          </a:p>
          <a:p>
            <a:pPr marL="152400">
              <a:spcBef>
                <a:spcPts val="200"/>
              </a:spcBef>
              <a:buSzPts val="1200"/>
            </a:pPr>
            <a:r>
              <a:rPr lang="en-GB" sz="1200" dirty="0">
                <a:latin typeface="Alegreya Sans Medium" panose="020B0604020202020204" charset="0"/>
                <a:ea typeface="EB Garamond SemiBold" panose="00000700000000000000" pitchFamily="2" charset="0"/>
              </a:rPr>
              <a:t>Provide model transparency.</a:t>
            </a:r>
          </a:p>
          <a:p>
            <a:pPr marL="152400">
              <a:spcBef>
                <a:spcPts val="200"/>
              </a:spcBef>
              <a:buSzPts val="1200"/>
            </a:pPr>
            <a:r>
              <a:rPr lang="en-GB" sz="1200" dirty="0">
                <a:latin typeface="Alegreya Sans Medium" panose="020B0604020202020204" charset="0"/>
                <a:ea typeface="EB Garamond SemiBold" panose="00000700000000000000" pitchFamily="2" charset="0"/>
              </a:rPr>
              <a:t>Assist professionals.</a:t>
            </a:r>
          </a:p>
        </p:txBody>
      </p:sp>
      <p:sp>
        <p:nvSpPr>
          <p:cNvPr id="14" name="Rectangle: Top Corners Rounded 13">
            <a:extLst>
              <a:ext uri="{FF2B5EF4-FFF2-40B4-BE49-F238E27FC236}">
                <a16:creationId xmlns:a16="http://schemas.microsoft.com/office/drawing/2014/main" id="{D1BB53F6-241A-290E-1994-AC6C56C08555}"/>
              </a:ext>
            </a:extLst>
          </p:cNvPr>
          <p:cNvSpPr/>
          <p:nvPr/>
        </p:nvSpPr>
        <p:spPr>
          <a:xfrm rot="224186">
            <a:off x="6700272" y="1531182"/>
            <a:ext cx="1356852" cy="2315496"/>
          </a:xfrm>
          <a:prstGeom prst="round2SameRect">
            <a:avLst>
              <a:gd name="adj1" fmla="val 16667"/>
              <a:gd name="adj2" fmla="val 11934"/>
            </a:avLst>
          </a:prstGeom>
          <a:blipFill>
            <a:blip r:embed="rId3"/>
            <a:stretch>
              <a:fillRect/>
            </a:stretch>
          </a:blip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Google Shape;340;p34">
            <a:extLst>
              <a:ext uri="{FF2B5EF4-FFF2-40B4-BE49-F238E27FC236}">
                <a16:creationId xmlns:a16="http://schemas.microsoft.com/office/drawing/2014/main" id="{7F150B8D-5471-328C-78E6-996751D9CB1C}"/>
              </a:ext>
            </a:extLst>
          </p:cNvPr>
          <p:cNvSpPr/>
          <p:nvPr/>
        </p:nvSpPr>
        <p:spPr>
          <a:xfrm>
            <a:off x="801330" y="2202867"/>
            <a:ext cx="432990" cy="43299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sp>
        <p:nvSpPr>
          <p:cNvPr id="3" name="Google Shape;340;p34">
            <a:extLst>
              <a:ext uri="{FF2B5EF4-FFF2-40B4-BE49-F238E27FC236}">
                <a16:creationId xmlns:a16="http://schemas.microsoft.com/office/drawing/2014/main" id="{2F329B89-590A-BE77-E090-415D218BB45D}"/>
              </a:ext>
            </a:extLst>
          </p:cNvPr>
          <p:cNvSpPr/>
          <p:nvPr/>
        </p:nvSpPr>
        <p:spPr>
          <a:xfrm>
            <a:off x="799512" y="3255614"/>
            <a:ext cx="432990" cy="43299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sp>
        <p:nvSpPr>
          <p:cNvPr id="16" name="TextBox 15">
            <a:extLst>
              <a:ext uri="{FF2B5EF4-FFF2-40B4-BE49-F238E27FC236}">
                <a16:creationId xmlns:a16="http://schemas.microsoft.com/office/drawing/2014/main" id="{F6F4762F-D18D-7A07-609D-962512DE07A1}"/>
              </a:ext>
            </a:extLst>
          </p:cNvPr>
          <p:cNvSpPr txBox="1"/>
          <p:nvPr/>
        </p:nvSpPr>
        <p:spPr>
          <a:xfrm>
            <a:off x="710387" y="4459815"/>
            <a:ext cx="2560493" cy="338554"/>
          </a:xfrm>
          <a:prstGeom prst="rect">
            <a:avLst/>
          </a:prstGeom>
          <a:solidFill>
            <a:schemeClr val="tx1">
              <a:lumMod val="20000"/>
              <a:lumOff val="80000"/>
            </a:schemeClr>
          </a:solidFill>
          <a:effectLst>
            <a:softEdge rad="38100"/>
          </a:effectLst>
        </p:spPr>
        <p:txBody>
          <a:bodyPr wrap="square" rtlCol="0">
            <a:spAutoFit/>
          </a:bodyPr>
          <a:lstStyle/>
          <a:p>
            <a:pPr algn="ctr"/>
            <a:r>
              <a:rPr lang="en-US" sz="800" i="1" dirty="0">
                <a:solidFill>
                  <a:schemeClr val="accent1">
                    <a:lumMod val="75000"/>
                  </a:schemeClr>
                </a:solidFill>
                <a:latin typeface="Alegreya Sans Medium" panose="020B0604020202020204" charset="0"/>
              </a:rPr>
              <a:t>Icons: </a:t>
            </a:r>
            <a:r>
              <a:rPr lang="en-US" sz="800" i="1" dirty="0">
                <a:solidFill>
                  <a:schemeClr val="accent1">
                    <a:lumMod val="75000"/>
                  </a:schemeClr>
                </a:solidFill>
                <a:latin typeface="Alegreya Sans Medium" panose="020B0604020202020204" charset="0"/>
                <a:hlinkClick r:id="rId4"/>
              </a:rPr>
              <a:t>www.freepik.com</a:t>
            </a:r>
            <a:r>
              <a:rPr lang="en-US" sz="800" i="1" dirty="0">
                <a:solidFill>
                  <a:schemeClr val="accent1">
                    <a:lumMod val="75000"/>
                  </a:schemeClr>
                </a:solidFill>
                <a:latin typeface="Alegreya Sans Medium" panose="020B0604020202020204" charset="0"/>
              </a:rPr>
              <a:t> (free license</a:t>
            </a:r>
            <a:r>
              <a:rPr lang="en-US" sz="800" dirty="0">
                <a:solidFill>
                  <a:schemeClr val="accent1">
                    <a:lumMod val="75000"/>
                  </a:schemeClr>
                </a:solidFill>
                <a:latin typeface="Alegreya Sans Medium" panose="020B0604020202020204" charset="0"/>
              </a:rPr>
              <a:t>)</a:t>
            </a:r>
            <a:br>
              <a:rPr lang="en-US" sz="800" dirty="0">
                <a:solidFill>
                  <a:schemeClr val="accent1">
                    <a:lumMod val="75000"/>
                  </a:schemeClr>
                </a:solidFill>
                <a:latin typeface="Alegreya Sans Medium" panose="020B0604020202020204" charset="0"/>
              </a:rPr>
            </a:br>
            <a:r>
              <a:rPr lang="en-US" sz="800" i="1" dirty="0">
                <a:solidFill>
                  <a:schemeClr val="accent1">
                    <a:lumMod val="75000"/>
                  </a:schemeClr>
                </a:solidFill>
                <a:latin typeface="Alegreya Sans Medium" panose="020B0604020202020204" charset="0"/>
              </a:rPr>
              <a:t>Image: </a:t>
            </a:r>
            <a:r>
              <a:rPr lang="en-US" sz="800" i="1" dirty="0" err="1">
                <a:solidFill>
                  <a:schemeClr val="accent1">
                    <a:lumMod val="75000"/>
                  </a:schemeClr>
                </a:solidFill>
                <a:latin typeface="Alegreya Sans Medium" panose="020B0604020202020204" charset="0"/>
              </a:rPr>
              <a:t>Mindsera</a:t>
            </a:r>
            <a:r>
              <a:rPr lang="en-US" sz="800" i="1" dirty="0">
                <a:solidFill>
                  <a:schemeClr val="accent1">
                    <a:lumMod val="75000"/>
                  </a:schemeClr>
                </a:solidFill>
                <a:latin typeface="Alegreya Sans Medium" panose="020B0604020202020204" charset="0"/>
              </a:rPr>
              <a:t> logo, </a:t>
            </a:r>
            <a:r>
              <a:rPr lang="en-US" sz="800" i="1" dirty="0" err="1">
                <a:solidFill>
                  <a:schemeClr val="accent1">
                    <a:lumMod val="75000"/>
                  </a:schemeClr>
                </a:solidFill>
                <a:latin typeface="Alegreya Sans Medium" panose="020B0604020202020204" charset="0"/>
              </a:rPr>
              <a:t>Mindsera</a:t>
            </a:r>
            <a:r>
              <a:rPr lang="en-US" sz="800" i="1" dirty="0">
                <a:solidFill>
                  <a:schemeClr val="accent1">
                    <a:lumMod val="75000"/>
                  </a:schemeClr>
                </a:solidFill>
                <a:latin typeface="Alegreya Sans Medium" panose="020B0604020202020204" charset="0"/>
              </a:rPr>
              <a:t> screenshot </a:t>
            </a:r>
            <a:r>
              <a:rPr lang="en-US" sz="800" i="1" dirty="0">
                <a:solidFill>
                  <a:schemeClr val="accent1">
                    <a:lumMod val="75000"/>
                  </a:schemeClr>
                </a:solidFill>
                <a:latin typeface="Alegreya Sans Medium" panose="020B0604020202020204" charset="0"/>
                <a:hlinkClick r:id="rId5"/>
              </a:rPr>
              <a:t>www.mindsera.com</a:t>
            </a:r>
            <a:r>
              <a:rPr lang="en-US" sz="800" i="1" dirty="0">
                <a:solidFill>
                  <a:schemeClr val="accent1">
                    <a:lumMod val="75000"/>
                  </a:schemeClr>
                </a:solidFill>
                <a:latin typeface="Alegreya Sans Medium" panose="020B0604020202020204" charset="0"/>
              </a:rPr>
              <a:t> </a:t>
            </a:r>
            <a:endParaRPr lang="en-US" sz="800" dirty="0">
              <a:solidFill>
                <a:schemeClr val="accent1">
                  <a:lumMod val="75000"/>
                </a:schemeClr>
              </a:solidFill>
              <a:latin typeface="Alegreya Sans Medium" panose="020B0604020202020204" charset="0"/>
            </a:endParaRPr>
          </a:p>
        </p:txBody>
      </p:sp>
      <p:pic>
        <p:nvPicPr>
          <p:cNvPr id="10" name="Picture 9">
            <a:extLst>
              <a:ext uri="{FF2B5EF4-FFF2-40B4-BE49-F238E27FC236}">
                <a16:creationId xmlns:a16="http://schemas.microsoft.com/office/drawing/2014/main" id="{C92DE3B6-073C-760C-1DF2-8BABE9C65A09}"/>
              </a:ext>
            </a:extLst>
          </p:cNvPr>
          <p:cNvPicPr>
            <a:picLocks noChangeAspect="1"/>
          </p:cNvPicPr>
          <p:nvPr/>
        </p:nvPicPr>
        <p:blipFill>
          <a:blip r:embed="rId6"/>
          <a:stretch>
            <a:fillRect/>
          </a:stretch>
        </p:blipFill>
        <p:spPr>
          <a:xfrm>
            <a:off x="914666" y="3373654"/>
            <a:ext cx="212149" cy="212149"/>
          </a:xfrm>
          <a:prstGeom prst="rect">
            <a:avLst/>
          </a:prstGeom>
        </p:spPr>
      </p:pic>
      <p:pic>
        <p:nvPicPr>
          <p:cNvPr id="13" name="Picture 12">
            <a:extLst>
              <a:ext uri="{FF2B5EF4-FFF2-40B4-BE49-F238E27FC236}">
                <a16:creationId xmlns:a16="http://schemas.microsoft.com/office/drawing/2014/main" id="{1C31B02A-3266-7F07-423E-F9718A18B3C4}"/>
              </a:ext>
            </a:extLst>
          </p:cNvPr>
          <p:cNvPicPr>
            <a:picLocks noChangeAspect="1"/>
          </p:cNvPicPr>
          <p:nvPr/>
        </p:nvPicPr>
        <p:blipFill>
          <a:blip r:embed="rId7"/>
          <a:stretch>
            <a:fillRect/>
          </a:stretch>
        </p:blipFill>
        <p:spPr>
          <a:xfrm>
            <a:off x="911947" y="2313288"/>
            <a:ext cx="212149" cy="212149"/>
          </a:xfrm>
          <a:prstGeom prst="rect">
            <a:avLst/>
          </a:prstGeom>
        </p:spPr>
      </p:pic>
      <p:pic>
        <p:nvPicPr>
          <p:cNvPr id="17" name="Picture 16">
            <a:extLst>
              <a:ext uri="{FF2B5EF4-FFF2-40B4-BE49-F238E27FC236}">
                <a16:creationId xmlns:a16="http://schemas.microsoft.com/office/drawing/2014/main" id="{FE06D0AA-6230-E265-5255-D4E0B7C9F296}"/>
              </a:ext>
            </a:extLst>
          </p:cNvPr>
          <p:cNvPicPr>
            <a:picLocks noChangeAspect="1"/>
          </p:cNvPicPr>
          <p:nvPr/>
        </p:nvPicPr>
        <p:blipFill>
          <a:blip r:embed="rId8"/>
          <a:stretch>
            <a:fillRect/>
          </a:stretch>
        </p:blipFill>
        <p:spPr>
          <a:xfrm rot="20306889">
            <a:off x="5534169" y="1929095"/>
            <a:ext cx="865170" cy="865170"/>
          </a:xfrm>
          <a:prstGeom prst="rect">
            <a:avLst/>
          </a:prstGeom>
        </p:spPr>
      </p:pic>
      <p:pic>
        <p:nvPicPr>
          <p:cNvPr id="19" name="Picture 18">
            <a:extLst>
              <a:ext uri="{FF2B5EF4-FFF2-40B4-BE49-F238E27FC236}">
                <a16:creationId xmlns:a16="http://schemas.microsoft.com/office/drawing/2014/main" id="{0AD13568-45B1-AF03-CBB4-03EEDF3FC342}"/>
              </a:ext>
            </a:extLst>
          </p:cNvPr>
          <p:cNvPicPr>
            <a:picLocks noChangeAspect="1"/>
          </p:cNvPicPr>
          <p:nvPr/>
        </p:nvPicPr>
        <p:blipFill>
          <a:blip r:embed="rId9"/>
          <a:stretch>
            <a:fillRect/>
          </a:stretch>
        </p:blipFill>
        <p:spPr>
          <a:xfrm>
            <a:off x="4920994" y="622837"/>
            <a:ext cx="2514600" cy="107156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75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grpId="0" nodeType="withEffect">
                                  <p:stCondLst>
                                    <p:cond delay="100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50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500"/>
                                        <p:tgtEl>
                                          <p:spTgt spid="3"/>
                                        </p:tgtEl>
                                      </p:cBhvr>
                                    </p:animEffect>
                                  </p:childTnLst>
                                </p:cTn>
                              </p:par>
                              <p:par>
                                <p:cTn id="36" presetID="10" presetClass="entr" presetSubtype="0" fill="hold" grpId="0" nodeType="withEffect">
                                  <p:stCondLst>
                                    <p:cond delay="5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4" grpId="0" animBg="1"/>
      <p:bldP spid="2" grpId="0" animBg="1"/>
      <p:bldP spid="3" grpId="0" animBg="1"/>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0" name="Google Shape;240;p30">
            <a:extLst>
              <a:ext uri="{FF2B5EF4-FFF2-40B4-BE49-F238E27FC236}">
                <a16:creationId xmlns:a16="http://schemas.microsoft.com/office/drawing/2014/main" id="{65599683-2990-C6E2-99D8-A2D17453C735}"/>
              </a:ext>
            </a:extLst>
          </p:cNvPr>
          <p:cNvSpPr txBox="1">
            <a:spLocks/>
          </p:cNvSpPr>
          <p:nvPr/>
        </p:nvSpPr>
        <p:spPr>
          <a:xfrm>
            <a:off x="5474737" y="1963537"/>
            <a:ext cx="2343138" cy="1199213"/>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52400" algn="r">
              <a:spcBef>
                <a:spcPts val="1000"/>
              </a:spcBef>
              <a:buSzPts val="1200"/>
            </a:pPr>
            <a:r>
              <a:rPr lang="en-GB" sz="1600" dirty="0">
                <a:solidFill>
                  <a:schemeClr val="bg2">
                    <a:lumMod val="25000"/>
                  </a:schemeClr>
                </a:solidFill>
                <a:latin typeface="EB Garamond SemiBold" panose="00000700000000000000" pitchFamily="2" charset="0"/>
                <a:ea typeface="EB Garamond SemiBold" panose="00000700000000000000" pitchFamily="2" charset="0"/>
              </a:rPr>
              <a:t>What </a:t>
            </a:r>
            <a:r>
              <a:rPr lang="en-GB" sz="1800" dirty="0">
                <a:solidFill>
                  <a:schemeClr val="bg2">
                    <a:lumMod val="25000"/>
                  </a:schemeClr>
                </a:solidFill>
                <a:latin typeface="EB Garamond SemiBold" panose="00000700000000000000" pitchFamily="2" charset="0"/>
                <a:ea typeface="EB Garamond SemiBold" panose="00000700000000000000" pitchFamily="2" charset="0"/>
              </a:rPr>
              <a:t>it does right.</a:t>
            </a:r>
            <a:endParaRPr lang="en-GB" sz="1600" dirty="0">
              <a:solidFill>
                <a:schemeClr val="bg2">
                  <a:lumMod val="25000"/>
                </a:schemeClr>
              </a:solidFill>
              <a:latin typeface="EB Garamond SemiBold" panose="00000700000000000000" pitchFamily="2" charset="0"/>
              <a:ea typeface="EB Garamond SemiBold" panose="00000700000000000000" pitchFamily="2" charset="0"/>
            </a:endParaRPr>
          </a:p>
          <a:p>
            <a:pPr marL="152400" algn="r">
              <a:spcBef>
                <a:spcPts val="200"/>
              </a:spcBef>
              <a:buSzPts val="1200"/>
            </a:pPr>
            <a:r>
              <a:rPr lang="en-GB" sz="1200" dirty="0">
                <a:latin typeface="Alegreya Sans Medium" panose="020B0604020202020204" charset="0"/>
                <a:ea typeface="EB Garamond SemiBold" panose="00000700000000000000" pitchFamily="2" charset="0"/>
              </a:rPr>
              <a:t>Uses multimodal clinical data.</a:t>
            </a:r>
          </a:p>
          <a:p>
            <a:pPr marL="152400" algn="r">
              <a:spcBef>
                <a:spcPts val="200"/>
              </a:spcBef>
              <a:buSzPts val="1200"/>
            </a:pPr>
            <a:r>
              <a:rPr lang="en-GB" sz="1200" dirty="0">
                <a:latin typeface="Alegreya Sans Medium" panose="020B0604020202020204" charset="0"/>
                <a:ea typeface="EB Garamond SemiBold" panose="00000700000000000000" pitchFamily="2" charset="0"/>
              </a:rPr>
              <a:t>Returns structured information.</a:t>
            </a:r>
          </a:p>
          <a:p>
            <a:pPr marL="152400" algn="r">
              <a:spcBef>
                <a:spcPts val="200"/>
              </a:spcBef>
              <a:buSzPts val="1200"/>
            </a:pPr>
            <a:r>
              <a:rPr lang="en-GB" sz="1200" dirty="0">
                <a:latin typeface="Alegreya Sans Medium" panose="020B0604020202020204" charset="0"/>
                <a:ea typeface="EB Garamond SemiBold" panose="00000700000000000000" pitchFamily="2" charset="0"/>
              </a:rPr>
              <a:t>Transformer based encoding.</a:t>
            </a:r>
          </a:p>
        </p:txBody>
      </p:sp>
      <p:sp>
        <p:nvSpPr>
          <p:cNvPr id="21" name="Google Shape;240;p30">
            <a:extLst>
              <a:ext uri="{FF2B5EF4-FFF2-40B4-BE49-F238E27FC236}">
                <a16:creationId xmlns:a16="http://schemas.microsoft.com/office/drawing/2014/main" id="{C7AC65A0-728F-025D-277E-8D46F4C19D07}"/>
              </a:ext>
            </a:extLst>
          </p:cNvPr>
          <p:cNvSpPr txBox="1">
            <a:spLocks/>
          </p:cNvSpPr>
          <p:nvPr/>
        </p:nvSpPr>
        <p:spPr>
          <a:xfrm>
            <a:off x="5622878" y="3154663"/>
            <a:ext cx="2192958" cy="93966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52400" algn="r">
              <a:spcBef>
                <a:spcPts val="200"/>
              </a:spcBef>
              <a:buSzPts val="1200"/>
            </a:pPr>
            <a:r>
              <a:rPr lang="en-GB" sz="1600" dirty="0">
                <a:solidFill>
                  <a:schemeClr val="bg2">
                    <a:lumMod val="25000"/>
                  </a:schemeClr>
                </a:solidFill>
                <a:latin typeface="EB Garamond SemiBold" panose="00000700000000000000" pitchFamily="2" charset="0"/>
                <a:ea typeface="EB Garamond SemiBold" panose="00000700000000000000" pitchFamily="2" charset="0"/>
              </a:rPr>
              <a:t>What it doesn’t do.</a:t>
            </a:r>
          </a:p>
          <a:p>
            <a:pPr marL="152400" algn="r">
              <a:spcBef>
                <a:spcPts val="200"/>
              </a:spcBef>
              <a:buSzPts val="1200"/>
            </a:pPr>
            <a:r>
              <a:rPr lang="en-GB" sz="1200" dirty="0">
                <a:latin typeface="Alegreya Sans Medium" panose="020B0604020202020204" charset="0"/>
                <a:ea typeface="EB Garamond SemiBold" panose="00000700000000000000" pitchFamily="2" charset="0"/>
              </a:rPr>
              <a:t>Target mental health.</a:t>
            </a:r>
          </a:p>
          <a:p>
            <a:pPr marL="152400" algn="r">
              <a:spcBef>
                <a:spcPts val="200"/>
              </a:spcBef>
              <a:buSzPts val="1200"/>
            </a:pPr>
            <a:r>
              <a:rPr lang="en-GB" sz="1200" dirty="0">
                <a:latin typeface="Alegreya Sans Medium" panose="020B0604020202020204" charset="0"/>
                <a:ea typeface="EB Garamond SemiBold" panose="00000700000000000000" pitchFamily="2" charset="0"/>
              </a:rPr>
              <a:t>Evaluate model combinations.</a:t>
            </a:r>
          </a:p>
        </p:txBody>
      </p:sp>
      <p:sp>
        <p:nvSpPr>
          <p:cNvPr id="3" name="Rectangle: Rounded Corners 2">
            <a:extLst>
              <a:ext uri="{FF2B5EF4-FFF2-40B4-BE49-F238E27FC236}">
                <a16:creationId xmlns:a16="http://schemas.microsoft.com/office/drawing/2014/main" id="{22A7D722-4085-7B8F-7E07-14B4CBE1FB4C}"/>
              </a:ext>
            </a:extLst>
          </p:cNvPr>
          <p:cNvSpPr/>
          <p:nvPr/>
        </p:nvSpPr>
        <p:spPr>
          <a:xfrm>
            <a:off x="2869476" y="1938196"/>
            <a:ext cx="2443141" cy="2444566"/>
          </a:xfrm>
          <a:prstGeom prst="roundRect">
            <a:avLst>
              <a:gd name="adj" fmla="val 5938"/>
            </a:avLst>
          </a:prstGeom>
          <a:blipFill>
            <a:blip r:embed="rId3"/>
            <a:stretch>
              <a:fillRect/>
            </a:stretch>
          </a:blipFill>
          <a:ln>
            <a:noFill/>
          </a:ln>
          <a:effectLst>
            <a:softEdge rad="254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4" name="Title 2">
            <a:extLst>
              <a:ext uri="{FF2B5EF4-FFF2-40B4-BE49-F238E27FC236}">
                <a16:creationId xmlns:a16="http://schemas.microsoft.com/office/drawing/2014/main" id="{7426F842-AEE1-9AFC-FEA1-B800D49ADFD3}"/>
              </a:ext>
            </a:extLst>
          </p:cNvPr>
          <p:cNvSpPr>
            <a:spLocks noGrp="1"/>
          </p:cNvSpPr>
          <p:nvPr>
            <p:ph type="title"/>
          </p:nvPr>
        </p:nvSpPr>
        <p:spPr>
          <a:xfrm>
            <a:off x="1108462" y="1408050"/>
            <a:ext cx="4963154" cy="572700"/>
          </a:xfrm>
        </p:spPr>
        <p:txBody>
          <a:bodyPr/>
          <a:lstStyle/>
          <a:p>
            <a:r>
              <a:rPr lang="en-ZA" sz="2000" b="1" dirty="0" err="1"/>
              <a:t>MedGemma</a:t>
            </a:r>
            <a:br>
              <a:rPr lang="en-ZA" sz="2000" b="1" dirty="0"/>
            </a:br>
            <a:r>
              <a:rPr lang="en-ZA" sz="1200" b="1" dirty="0"/>
              <a:t>(Google Research, 2025)</a:t>
            </a:r>
            <a:endParaRPr lang="en-US" sz="2400" dirty="0"/>
          </a:p>
        </p:txBody>
      </p:sp>
      <p:sp>
        <p:nvSpPr>
          <p:cNvPr id="2" name="Google Shape;340;p34">
            <a:extLst>
              <a:ext uri="{FF2B5EF4-FFF2-40B4-BE49-F238E27FC236}">
                <a16:creationId xmlns:a16="http://schemas.microsoft.com/office/drawing/2014/main" id="{E17D1F1D-D108-D801-CA2A-C3EA9C4AD5DC}"/>
              </a:ext>
            </a:extLst>
          </p:cNvPr>
          <p:cNvSpPr/>
          <p:nvPr/>
        </p:nvSpPr>
        <p:spPr>
          <a:xfrm>
            <a:off x="7860267" y="2228856"/>
            <a:ext cx="432990" cy="43299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sp>
        <p:nvSpPr>
          <p:cNvPr id="5" name="Google Shape;340;p34">
            <a:extLst>
              <a:ext uri="{FF2B5EF4-FFF2-40B4-BE49-F238E27FC236}">
                <a16:creationId xmlns:a16="http://schemas.microsoft.com/office/drawing/2014/main" id="{073AFBB9-BD5A-35AC-53D2-B98FAAACA9E8}"/>
              </a:ext>
            </a:extLst>
          </p:cNvPr>
          <p:cNvSpPr/>
          <p:nvPr/>
        </p:nvSpPr>
        <p:spPr>
          <a:xfrm>
            <a:off x="7858449" y="3274774"/>
            <a:ext cx="432990" cy="43299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egreya Sans Medium"/>
              <a:ea typeface="Alegreya Sans Medium"/>
              <a:cs typeface="Alegreya Sans Medium"/>
              <a:sym typeface="Alegreya Sans Medium"/>
            </a:endParaRPr>
          </a:p>
        </p:txBody>
      </p:sp>
      <p:pic>
        <p:nvPicPr>
          <p:cNvPr id="11" name="Picture 10">
            <a:extLst>
              <a:ext uri="{FF2B5EF4-FFF2-40B4-BE49-F238E27FC236}">
                <a16:creationId xmlns:a16="http://schemas.microsoft.com/office/drawing/2014/main" id="{A642E5E9-8A4D-EAA5-3E79-1C20067D8FD1}"/>
              </a:ext>
            </a:extLst>
          </p:cNvPr>
          <p:cNvPicPr>
            <a:picLocks noChangeAspect="1"/>
          </p:cNvPicPr>
          <p:nvPr/>
        </p:nvPicPr>
        <p:blipFill>
          <a:blip r:embed="rId4"/>
          <a:stretch>
            <a:fillRect/>
          </a:stretch>
        </p:blipFill>
        <p:spPr>
          <a:xfrm>
            <a:off x="7973603" y="3392814"/>
            <a:ext cx="212149" cy="212149"/>
          </a:xfrm>
          <a:prstGeom prst="rect">
            <a:avLst/>
          </a:prstGeom>
        </p:spPr>
      </p:pic>
      <p:pic>
        <p:nvPicPr>
          <p:cNvPr id="12" name="Picture 11">
            <a:extLst>
              <a:ext uri="{FF2B5EF4-FFF2-40B4-BE49-F238E27FC236}">
                <a16:creationId xmlns:a16="http://schemas.microsoft.com/office/drawing/2014/main" id="{E564D5F4-ABAB-E6EC-C6DC-7D3DD8F5AFF4}"/>
              </a:ext>
            </a:extLst>
          </p:cNvPr>
          <p:cNvPicPr>
            <a:picLocks noChangeAspect="1"/>
          </p:cNvPicPr>
          <p:nvPr/>
        </p:nvPicPr>
        <p:blipFill>
          <a:blip r:embed="rId5"/>
          <a:stretch>
            <a:fillRect/>
          </a:stretch>
        </p:blipFill>
        <p:spPr>
          <a:xfrm>
            <a:off x="7970884" y="2339277"/>
            <a:ext cx="212149" cy="212149"/>
          </a:xfrm>
          <a:prstGeom prst="rect">
            <a:avLst/>
          </a:prstGeom>
        </p:spPr>
      </p:pic>
      <p:pic>
        <p:nvPicPr>
          <p:cNvPr id="15" name="Picture 14">
            <a:extLst>
              <a:ext uri="{FF2B5EF4-FFF2-40B4-BE49-F238E27FC236}">
                <a16:creationId xmlns:a16="http://schemas.microsoft.com/office/drawing/2014/main" id="{95298C23-DB70-4664-1010-E344A747C26E}"/>
              </a:ext>
            </a:extLst>
          </p:cNvPr>
          <p:cNvPicPr>
            <a:picLocks noChangeAspect="1"/>
          </p:cNvPicPr>
          <p:nvPr/>
        </p:nvPicPr>
        <p:blipFill>
          <a:blip r:embed="rId6"/>
          <a:stretch>
            <a:fillRect/>
          </a:stretch>
        </p:blipFill>
        <p:spPr>
          <a:xfrm rot="19473582">
            <a:off x="7201528" y="290842"/>
            <a:ext cx="1037920" cy="1037920"/>
          </a:xfrm>
          <a:prstGeom prst="rect">
            <a:avLst/>
          </a:prstGeom>
        </p:spPr>
      </p:pic>
      <p:sp>
        <p:nvSpPr>
          <p:cNvPr id="16" name="TextBox 15">
            <a:extLst>
              <a:ext uri="{FF2B5EF4-FFF2-40B4-BE49-F238E27FC236}">
                <a16:creationId xmlns:a16="http://schemas.microsoft.com/office/drawing/2014/main" id="{9EDC93AC-38A3-3E9C-C3CB-C97AB321710F}"/>
              </a:ext>
            </a:extLst>
          </p:cNvPr>
          <p:cNvSpPr txBox="1"/>
          <p:nvPr/>
        </p:nvSpPr>
        <p:spPr>
          <a:xfrm>
            <a:off x="710387" y="4459815"/>
            <a:ext cx="3609129" cy="338554"/>
          </a:xfrm>
          <a:prstGeom prst="rect">
            <a:avLst/>
          </a:prstGeom>
          <a:solidFill>
            <a:schemeClr val="tx1">
              <a:lumMod val="20000"/>
              <a:lumOff val="80000"/>
            </a:schemeClr>
          </a:solidFill>
          <a:effectLst>
            <a:softEdge rad="38100"/>
          </a:effectLst>
        </p:spPr>
        <p:txBody>
          <a:bodyPr wrap="square" rtlCol="0">
            <a:spAutoFit/>
          </a:bodyPr>
          <a:lstStyle/>
          <a:p>
            <a:pPr algn="ctr"/>
            <a:r>
              <a:rPr lang="en-US" sz="800" i="1" dirty="0">
                <a:solidFill>
                  <a:schemeClr val="accent1">
                    <a:lumMod val="75000"/>
                  </a:schemeClr>
                </a:solidFill>
                <a:latin typeface="Alegreya Sans Medium" panose="020B0604020202020204" charset="0"/>
              </a:rPr>
              <a:t>Icons: </a:t>
            </a:r>
            <a:r>
              <a:rPr lang="en-US" sz="800" i="1" dirty="0">
                <a:solidFill>
                  <a:schemeClr val="accent1">
                    <a:lumMod val="75000"/>
                  </a:schemeClr>
                </a:solidFill>
                <a:latin typeface="Alegreya Sans Medium" panose="020B0604020202020204" charset="0"/>
                <a:hlinkClick r:id="rId7"/>
              </a:rPr>
              <a:t>www.freepik.com</a:t>
            </a:r>
            <a:r>
              <a:rPr lang="en-US" sz="800" i="1" dirty="0">
                <a:solidFill>
                  <a:schemeClr val="accent1">
                    <a:lumMod val="75000"/>
                  </a:schemeClr>
                </a:solidFill>
                <a:latin typeface="Alegreya Sans Medium" panose="020B0604020202020204" charset="0"/>
              </a:rPr>
              <a:t> (free license</a:t>
            </a:r>
            <a:r>
              <a:rPr lang="en-US" sz="800" dirty="0">
                <a:solidFill>
                  <a:schemeClr val="accent1">
                    <a:lumMod val="75000"/>
                  </a:schemeClr>
                </a:solidFill>
                <a:latin typeface="Alegreya Sans Medium" panose="020B0604020202020204" charset="0"/>
              </a:rPr>
              <a:t>)</a:t>
            </a:r>
            <a:br>
              <a:rPr lang="en-US" sz="800" dirty="0">
                <a:solidFill>
                  <a:schemeClr val="accent1">
                    <a:lumMod val="75000"/>
                  </a:schemeClr>
                </a:solidFill>
                <a:latin typeface="Alegreya Sans Medium" panose="020B0604020202020204" charset="0"/>
              </a:rPr>
            </a:br>
            <a:r>
              <a:rPr lang="en-US" sz="800" i="1" dirty="0">
                <a:solidFill>
                  <a:schemeClr val="accent1">
                    <a:lumMod val="75000"/>
                  </a:schemeClr>
                </a:solidFill>
                <a:latin typeface="Alegreya Sans Medium" panose="020B0604020202020204" charset="0"/>
              </a:rPr>
              <a:t>Image: </a:t>
            </a:r>
            <a:r>
              <a:rPr lang="en-US" sz="800" i="1" dirty="0">
                <a:solidFill>
                  <a:schemeClr val="tx2">
                    <a:lumMod val="75000"/>
                  </a:schemeClr>
                </a:solidFill>
                <a:latin typeface="Alegreya Sans Medium" panose="020B0604020202020204" charset="0"/>
                <a:ea typeface="EB Garamond SemiBold" panose="00000700000000000000" pitchFamily="2" charset="0"/>
              </a:rPr>
              <a:t>Google APIs </a:t>
            </a:r>
            <a:r>
              <a:rPr lang="en-US" sz="800" i="1" dirty="0" err="1">
                <a:solidFill>
                  <a:schemeClr val="tx2">
                    <a:lumMod val="75000"/>
                  </a:schemeClr>
                </a:solidFill>
                <a:latin typeface="Alegreya Sans Medium" panose="020B0604020202020204" charset="0"/>
                <a:ea typeface="EB Garamond SemiBold" panose="00000700000000000000" pitchFamily="2" charset="0"/>
              </a:rPr>
              <a:t>MedGemma</a:t>
            </a:r>
            <a:r>
              <a:rPr lang="en-US" sz="800" i="1" dirty="0">
                <a:solidFill>
                  <a:schemeClr val="tx2">
                    <a:lumMod val="75000"/>
                  </a:schemeClr>
                </a:solidFill>
                <a:latin typeface="Alegreya Sans Medium" panose="020B0604020202020204" charset="0"/>
                <a:ea typeface="EB Garamond SemiBold" panose="00000700000000000000" pitchFamily="2" charset="0"/>
              </a:rPr>
              <a:t> Overview </a:t>
            </a:r>
            <a:r>
              <a:rPr lang="en-US" sz="800" i="1" dirty="0">
                <a:solidFill>
                  <a:schemeClr val="tx2">
                    <a:lumMod val="75000"/>
                  </a:schemeClr>
                </a:solidFill>
                <a:latin typeface="Alegreya Sans Medium" panose="020B0604020202020204" charset="0"/>
                <a:ea typeface="EB Garamond SemiBold" panose="00000700000000000000" pitchFamily="2" charset="0"/>
                <a:hlinkClick r:id="rId8">
                  <a:extLst>
                    <a:ext uri="{A12FA001-AC4F-418D-AE19-62706E023703}">
                      <ahyp:hlinkClr xmlns:ahyp="http://schemas.microsoft.com/office/drawing/2018/hyperlinkcolor" val="tx"/>
                    </a:ext>
                  </a:extLst>
                </a:hlinkClick>
              </a:rPr>
              <a:t>https://research.google/blog/?search=MedGemma</a:t>
            </a:r>
            <a:endParaRPr lang="en-ZA" sz="600" i="1" dirty="0">
              <a:solidFill>
                <a:schemeClr val="tx2">
                  <a:lumMod val="75000"/>
                </a:schemeClr>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50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75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par>
                                <p:cTn id="19" presetID="10"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5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50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3" grpId="0" animBg="1"/>
      <p:bldP spid="2" grpId="0" animBg="1"/>
      <p:bldP spid="5"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pic>
        <p:nvPicPr>
          <p:cNvPr id="234" name="Google Shape;234;p29"/>
          <p:cNvPicPr preferRelativeResize="0"/>
          <p:nvPr/>
        </p:nvPicPr>
        <p:blipFill>
          <a:blip r:embed="rId3">
            <a:alphaModFix amt="15000"/>
          </a:blip>
          <a:stretch>
            <a:fillRect/>
          </a:stretch>
        </p:blipFill>
        <p:spPr>
          <a:xfrm rot="10800000">
            <a:off x="7924668" y="635427"/>
            <a:ext cx="1935800" cy="2961851"/>
          </a:xfrm>
          <a:prstGeom prst="rect">
            <a:avLst/>
          </a:prstGeom>
          <a:noFill/>
          <a:ln>
            <a:noFill/>
          </a:ln>
          <a:effectLst>
            <a:outerShdw blurRad="571500" dist="371475" dir="5340000" algn="bl" rotWithShape="0">
              <a:srgbClr val="000000">
                <a:alpha val="55000"/>
              </a:srgbClr>
            </a:outerShdw>
          </a:effectLst>
        </p:spPr>
      </p:pic>
      <p:sp>
        <p:nvSpPr>
          <p:cNvPr id="38" name="Arrow: Right 37">
            <a:extLst>
              <a:ext uri="{FF2B5EF4-FFF2-40B4-BE49-F238E27FC236}">
                <a16:creationId xmlns:a16="http://schemas.microsoft.com/office/drawing/2014/main" id="{AB2BCCA1-1B1C-1CA0-AD32-FD9EFC208C9A}"/>
              </a:ext>
            </a:extLst>
          </p:cNvPr>
          <p:cNvSpPr/>
          <p:nvPr/>
        </p:nvSpPr>
        <p:spPr>
          <a:xfrm>
            <a:off x="3099361" y="2739445"/>
            <a:ext cx="364225" cy="1849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2" name="Arrow: Right 41">
            <a:extLst>
              <a:ext uri="{FF2B5EF4-FFF2-40B4-BE49-F238E27FC236}">
                <a16:creationId xmlns:a16="http://schemas.microsoft.com/office/drawing/2014/main" id="{F386871D-D568-AEFE-C82A-B2D210E61B08}"/>
              </a:ext>
            </a:extLst>
          </p:cNvPr>
          <p:cNvSpPr/>
          <p:nvPr/>
        </p:nvSpPr>
        <p:spPr>
          <a:xfrm>
            <a:off x="5700811" y="2739445"/>
            <a:ext cx="364225" cy="1849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46" name="Picture 45">
            <a:extLst>
              <a:ext uri="{FF2B5EF4-FFF2-40B4-BE49-F238E27FC236}">
                <a16:creationId xmlns:a16="http://schemas.microsoft.com/office/drawing/2014/main" id="{3D841EE4-A394-B940-779D-68C2DD101584}"/>
              </a:ext>
            </a:extLst>
          </p:cNvPr>
          <p:cNvPicPr>
            <a:picLocks noChangeAspect="1"/>
          </p:cNvPicPr>
          <p:nvPr/>
        </p:nvPicPr>
        <p:blipFill>
          <a:blip r:embed="rId4"/>
          <a:stretch>
            <a:fillRect/>
          </a:stretch>
        </p:blipFill>
        <p:spPr>
          <a:xfrm>
            <a:off x="2038724" y="2831944"/>
            <a:ext cx="523220" cy="523220"/>
          </a:xfrm>
          <a:prstGeom prst="rect">
            <a:avLst/>
          </a:prstGeom>
        </p:spPr>
      </p:pic>
      <p:sp>
        <p:nvSpPr>
          <p:cNvPr id="49" name="TextBox 48">
            <a:extLst>
              <a:ext uri="{FF2B5EF4-FFF2-40B4-BE49-F238E27FC236}">
                <a16:creationId xmlns:a16="http://schemas.microsoft.com/office/drawing/2014/main" id="{387236CD-25EE-22AE-8C47-8EE4DBE9453C}"/>
              </a:ext>
            </a:extLst>
          </p:cNvPr>
          <p:cNvSpPr txBox="1"/>
          <p:nvPr/>
        </p:nvSpPr>
        <p:spPr>
          <a:xfrm>
            <a:off x="710387" y="4459815"/>
            <a:ext cx="2023287" cy="215444"/>
          </a:xfrm>
          <a:prstGeom prst="rect">
            <a:avLst/>
          </a:prstGeom>
          <a:solidFill>
            <a:schemeClr val="tx1">
              <a:lumMod val="20000"/>
              <a:lumOff val="80000"/>
            </a:schemeClr>
          </a:solidFill>
          <a:effectLst>
            <a:softEdge rad="38100"/>
          </a:effectLst>
        </p:spPr>
        <p:txBody>
          <a:bodyPr wrap="square" rtlCol="0">
            <a:spAutoFit/>
          </a:bodyPr>
          <a:lstStyle/>
          <a:p>
            <a:pPr algn="ctr"/>
            <a:r>
              <a:rPr lang="en-US" sz="800" i="1" dirty="0">
                <a:solidFill>
                  <a:schemeClr val="accent1">
                    <a:lumMod val="75000"/>
                  </a:schemeClr>
                </a:solidFill>
                <a:latin typeface="Alegreya Sans Medium" panose="020B0604020202020204" charset="0"/>
              </a:rPr>
              <a:t>Icons and vector: </a:t>
            </a:r>
            <a:r>
              <a:rPr lang="en-US" sz="800" i="1" dirty="0">
                <a:solidFill>
                  <a:schemeClr val="accent1">
                    <a:lumMod val="75000"/>
                  </a:schemeClr>
                </a:solidFill>
                <a:latin typeface="Alegreya Sans Medium" panose="020B0604020202020204" charset="0"/>
                <a:hlinkClick r:id="rId5"/>
              </a:rPr>
              <a:t>www.freepik.com</a:t>
            </a:r>
            <a:r>
              <a:rPr lang="en-US" sz="800" i="1" dirty="0">
                <a:solidFill>
                  <a:schemeClr val="accent1">
                    <a:lumMod val="75000"/>
                  </a:schemeClr>
                </a:solidFill>
                <a:latin typeface="Alegreya Sans Medium" panose="020B0604020202020204" charset="0"/>
              </a:rPr>
              <a:t> (free license</a:t>
            </a:r>
            <a:r>
              <a:rPr lang="en-US" sz="800" dirty="0">
                <a:solidFill>
                  <a:schemeClr val="accent1">
                    <a:lumMod val="75000"/>
                  </a:schemeClr>
                </a:solidFill>
                <a:latin typeface="Alegreya Sans Medium" panose="020B0604020202020204" charset="0"/>
              </a:rPr>
              <a:t>)</a:t>
            </a:r>
          </a:p>
        </p:txBody>
      </p:sp>
      <p:pic>
        <p:nvPicPr>
          <p:cNvPr id="3" name="Picture 2">
            <a:extLst>
              <a:ext uri="{FF2B5EF4-FFF2-40B4-BE49-F238E27FC236}">
                <a16:creationId xmlns:a16="http://schemas.microsoft.com/office/drawing/2014/main" id="{950C6580-92CB-5119-B7FB-B513093CB3A5}"/>
              </a:ext>
            </a:extLst>
          </p:cNvPr>
          <p:cNvPicPr>
            <a:picLocks noChangeAspect="1"/>
          </p:cNvPicPr>
          <p:nvPr/>
        </p:nvPicPr>
        <p:blipFill>
          <a:blip r:embed="rId6"/>
          <a:stretch>
            <a:fillRect/>
          </a:stretch>
        </p:blipFill>
        <p:spPr>
          <a:xfrm>
            <a:off x="1438649" y="2231016"/>
            <a:ext cx="600075" cy="600075"/>
          </a:xfrm>
          <a:prstGeom prst="rect">
            <a:avLst/>
          </a:prstGeom>
        </p:spPr>
      </p:pic>
      <p:pic>
        <p:nvPicPr>
          <p:cNvPr id="9" name="Picture 8">
            <a:extLst>
              <a:ext uri="{FF2B5EF4-FFF2-40B4-BE49-F238E27FC236}">
                <a16:creationId xmlns:a16="http://schemas.microsoft.com/office/drawing/2014/main" id="{084F787A-DD08-651D-EA8B-D6BB45C8215D}"/>
              </a:ext>
            </a:extLst>
          </p:cNvPr>
          <p:cNvPicPr>
            <a:picLocks noChangeAspect="1"/>
          </p:cNvPicPr>
          <p:nvPr/>
        </p:nvPicPr>
        <p:blipFill>
          <a:blip r:embed="rId7"/>
          <a:stretch>
            <a:fillRect/>
          </a:stretch>
        </p:blipFill>
        <p:spPr>
          <a:xfrm>
            <a:off x="4001003" y="2249895"/>
            <a:ext cx="1162391" cy="1162391"/>
          </a:xfrm>
          <a:prstGeom prst="rect">
            <a:avLst/>
          </a:prstGeom>
        </p:spPr>
      </p:pic>
      <p:pic>
        <p:nvPicPr>
          <p:cNvPr id="13" name="Picture 12">
            <a:extLst>
              <a:ext uri="{FF2B5EF4-FFF2-40B4-BE49-F238E27FC236}">
                <a16:creationId xmlns:a16="http://schemas.microsoft.com/office/drawing/2014/main" id="{68409838-8C67-8944-27B3-E34DE92CCC9E}"/>
              </a:ext>
            </a:extLst>
          </p:cNvPr>
          <p:cNvPicPr>
            <a:picLocks noChangeAspect="1"/>
          </p:cNvPicPr>
          <p:nvPr/>
        </p:nvPicPr>
        <p:blipFill>
          <a:blip r:embed="rId8"/>
          <a:stretch>
            <a:fillRect/>
          </a:stretch>
        </p:blipFill>
        <p:spPr>
          <a:xfrm rot="21031864">
            <a:off x="6575112" y="2193939"/>
            <a:ext cx="663498" cy="674228"/>
          </a:xfrm>
          <a:prstGeom prst="rect">
            <a:avLst/>
          </a:prstGeom>
        </p:spPr>
      </p:pic>
      <p:pic>
        <p:nvPicPr>
          <p:cNvPr id="17" name="Picture 16">
            <a:extLst>
              <a:ext uri="{FF2B5EF4-FFF2-40B4-BE49-F238E27FC236}">
                <a16:creationId xmlns:a16="http://schemas.microsoft.com/office/drawing/2014/main" id="{DA2B385F-49FF-5D4B-964C-295681D58B62}"/>
              </a:ext>
            </a:extLst>
          </p:cNvPr>
          <p:cNvPicPr>
            <a:picLocks noChangeAspect="1"/>
          </p:cNvPicPr>
          <p:nvPr/>
        </p:nvPicPr>
        <p:blipFill>
          <a:blip r:embed="rId9"/>
          <a:stretch>
            <a:fillRect/>
          </a:stretch>
        </p:blipFill>
        <p:spPr>
          <a:xfrm rot="270693">
            <a:off x="6737547" y="62507"/>
            <a:ext cx="2180242" cy="2199203"/>
          </a:xfrm>
          <a:prstGeom prst="rect">
            <a:avLst/>
          </a:prstGeom>
        </p:spPr>
      </p:pic>
      <p:sp>
        <p:nvSpPr>
          <p:cNvPr id="18" name="Title 2">
            <a:extLst>
              <a:ext uri="{FF2B5EF4-FFF2-40B4-BE49-F238E27FC236}">
                <a16:creationId xmlns:a16="http://schemas.microsoft.com/office/drawing/2014/main" id="{B646D90A-3E0F-A651-315D-3040235E63CE}"/>
              </a:ext>
            </a:extLst>
          </p:cNvPr>
          <p:cNvSpPr>
            <a:spLocks noGrp="1"/>
          </p:cNvSpPr>
          <p:nvPr>
            <p:ph type="title"/>
          </p:nvPr>
        </p:nvSpPr>
        <p:spPr>
          <a:xfrm>
            <a:off x="1108461" y="1103250"/>
            <a:ext cx="4036745" cy="585788"/>
          </a:xfrm>
        </p:spPr>
        <p:txBody>
          <a:bodyPr/>
          <a:lstStyle/>
          <a:p>
            <a:r>
              <a:rPr lang="en-US" sz="2800" dirty="0"/>
              <a:t>Project Idea and Features</a:t>
            </a:r>
          </a:p>
        </p:txBody>
      </p:sp>
      <p:pic>
        <p:nvPicPr>
          <p:cNvPr id="20" name="Picture 19">
            <a:extLst>
              <a:ext uri="{FF2B5EF4-FFF2-40B4-BE49-F238E27FC236}">
                <a16:creationId xmlns:a16="http://schemas.microsoft.com/office/drawing/2014/main" id="{32B8C504-3876-D8AB-A616-46AF8F5BFFBF}"/>
              </a:ext>
            </a:extLst>
          </p:cNvPr>
          <p:cNvPicPr>
            <a:picLocks noChangeAspect="1"/>
          </p:cNvPicPr>
          <p:nvPr/>
        </p:nvPicPr>
        <p:blipFill>
          <a:blip r:embed="rId10"/>
          <a:stretch>
            <a:fillRect/>
          </a:stretch>
        </p:blipFill>
        <p:spPr>
          <a:xfrm rot="616552">
            <a:off x="7055495" y="2860281"/>
            <a:ext cx="748925" cy="74407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750"/>
                                  </p:stCondLst>
                                  <p:childTnLst>
                                    <p:set>
                                      <p:cBhvr>
                                        <p:cTn id="11" dur="1" fill="hold">
                                          <p:stCondLst>
                                            <p:cond delay="0"/>
                                          </p:stCondLst>
                                        </p:cTn>
                                        <p:tgtEl>
                                          <p:spTgt spid="46"/>
                                        </p:tgtEl>
                                        <p:attrNameLst>
                                          <p:attrName>style.visibility</p:attrName>
                                        </p:attrNameLst>
                                      </p:cBhvr>
                                      <p:to>
                                        <p:strVal val="visible"/>
                                      </p:to>
                                    </p:set>
                                    <p:animEffect transition="in" filter="fade">
                                      <p:cBhvr>
                                        <p:cTn id="12" dur="500"/>
                                        <p:tgtEl>
                                          <p:spTgt spid="46"/>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500"/>
                                        <p:tgtEl>
                                          <p:spTgt spid="38"/>
                                        </p:tgtEl>
                                      </p:cBhvr>
                                    </p:animEffect>
                                  </p:childTnLst>
                                </p:cTn>
                              </p:par>
                              <p:par>
                                <p:cTn id="21" presetID="10" presetClass="entr" presetSubtype="0" fill="hold" nodeType="withEffect">
                                  <p:stCondLst>
                                    <p:cond delay="25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500"/>
                                  </p:stCondLst>
                                  <p:childTnLst>
                                    <p:set>
                                      <p:cBhvr>
                                        <p:cTn id="25" dur="1" fill="hold">
                                          <p:stCondLst>
                                            <p:cond delay="0"/>
                                          </p:stCondLst>
                                        </p:cTn>
                                        <p:tgtEl>
                                          <p:spTgt spid="42"/>
                                        </p:tgtEl>
                                        <p:attrNameLst>
                                          <p:attrName>style.visibility</p:attrName>
                                        </p:attrNameLst>
                                      </p:cBhvr>
                                      <p:to>
                                        <p:strVal val="visible"/>
                                      </p:to>
                                    </p:set>
                                    <p:animEffect transition="in" filter="fade">
                                      <p:cBhvr>
                                        <p:cTn id="26" dur="500"/>
                                        <p:tgtEl>
                                          <p:spTgt spid="42"/>
                                        </p:tgtEl>
                                      </p:cBhvr>
                                    </p:animEffect>
                                  </p:childTnLst>
                                </p:cTn>
                              </p:par>
                              <p:par>
                                <p:cTn id="27" presetID="10" presetClass="entr" presetSubtype="0" fill="hold" nodeType="withEffect">
                                  <p:stCondLst>
                                    <p:cond delay="75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nodeType="withEffect">
                                  <p:stCondLst>
                                    <p:cond delay="150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1000"/>
                                        <p:tgtEl>
                                          <p:spTgt spid="17"/>
                                        </p:tgtEl>
                                      </p:cBhvr>
                                    </p:animEffect>
                                    <p:anim calcmode="lin" valueType="num">
                                      <p:cBhvr>
                                        <p:cTn id="38" dur="1000" fill="hold"/>
                                        <p:tgtEl>
                                          <p:spTgt spid="17"/>
                                        </p:tgtEl>
                                        <p:attrNameLst>
                                          <p:attrName>ppt_x</p:attrName>
                                        </p:attrNameLst>
                                      </p:cBhvr>
                                      <p:tavLst>
                                        <p:tav tm="0">
                                          <p:val>
                                            <p:strVal val="#ppt_x"/>
                                          </p:val>
                                        </p:tav>
                                        <p:tav tm="100000">
                                          <p:val>
                                            <p:strVal val="#ppt_x"/>
                                          </p:val>
                                        </p:tav>
                                      </p:tavLst>
                                    </p:anim>
                                    <p:anim calcmode="lin" valueType="num">
                                      <p:cBhvr>
                                        <p:cTn id="3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2" grpId="0" animBg="1"/>
      <p:bldP spid="4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52" name="Title 2">
            <a:extLst>
              <a:ext uri="{FF2B5EF4-FFF2-40B4-BE49-F238E27FC236}">
                <a16:creationId xmlns:a16="http://schemas.microsoft.com/office/drawing/2014/main" id="{90C8AF83-E370-6CAD-F49B-8EAC7F7F1FD7}"/>
              </a:ext>
            </a:extLst>
          </p:cNvPr>
          <p:cNvSpPr>
            <a:spLocks noGrp="1"/>
          </p:cNvSpPr>
          <p:nvPr>
            <p:ph type="title"/>
          </p:nvPr>
        </p:nvSpPr>
        <p:spPr>
          <a:xfrm>
            <a:off x="1108461" y="1103250"/>
            <a:ext cx="4036745" cy="585788"/>
          </a:xfrm>
        </p:spPr>
        <p:txBody>
          <a:bodyPr/>
          <a:lstStyle/>
          <a:p>
            <a:r>
              <a:rPr lang="en-US" sz="2800" dirty="0"/>
              <a:t>Technical Implementation</a:t>
            </a:r>
            <a:endParaRPr lang="en-ZA" sz="2800" dirty="0"/>
          </a:p>
        </p:txBody>
      </p:sp>
      <p:sp>
        <p:nvSpPr>
          <p:cNvPr id="13" name="Rectangle: Rounded Corners 12">
            <a:extLst>
              <a:ext uri="{FF2B5EF4-FFF2-40B4-BE49-F238E27FC236}">
                <a16:creationId xmlns:a16="http://schemas.microsoft.com/office/drawing/2014/main" id="{832D892B-108D-A05B-E034-F9CBFB9E4E5F}"/>
              </a:ext>
            </a:extLst>
          </p:cNvPr>
          <p:cNvSpPr/>
          <p:nvPr/>
        </p:nvSpPr>
        <p:spPr>
          <a:xfrm>
            <a:off x="6463476" y="1191848"/>
            <a:ext cx="1409453" cy="176262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ZA" dirty="0">
                <a:latin typeface="Alegreya Sans Medium" panose="020B0604020202020204" charset="0"/>
              </a:rPr>
              <a:t>OCR/ASR</a:t>
            </a:r>
          </a:p>
          <a:p>
            <a:pPr algn="ctr"/>
            <a:endParaRPr lang="en-ZA" dirty="0">
              <a:latin typeface="Alegreya Sans Medium" panose="020B0604020202020204" charset="0"/>
            </a:endParaRPr>
          </a:p>
          <a:p>
            <a:pPr algn="ctr"/>
            <a:br>
              <a:rPr lang="en-ZA" dirty="0">
                <a:latin typeface="Alegreya Sans Medium" panose="020B0604020202020204" charset="0"/>
              </a:rPr>
            </a:br>
            <a:r>
              <a:rPr lang="en-ZA" dirty="0">
                <a:latin typeface="Alegreya Sans Medium" panose="020B0604020202020204" charset="0"/>
              </a:rPr>
              <a:t>NLP</a:t>
            </a:r>
          </a:p>
          <a:p>
            <a:pPr algn="ctr"/>
            <a:endParaRPr lang="en-ZA" dirty="0">
              <a:latin typeface="Alegreya Sans Medium" panose="020B0604020202020204" charset="0"/>
            </a:endParaRPr>
          </a:p>
          <a:p>
            <a:pPr algn="ctr"/>
            <a:br>
              <a:rPr lang="en-ZA" dirty="0">
                <a:latin typeface="Alegreya Sans Medium" panose="020B0604020202020204" charset="0"/>
              </a:rPr>
            </a:br>
            <a:r>
              <a:rPr lang="en-ZA" dirty="0">
                <a:latin typeface="Alegreya Sans Medium" panose="020B0604020202020204" charset="0"/>
              </a:rPr>
              <a:t>TTS</a:t>
            </a:r>
            <a:endParaRPr lang="en-US" dirty="0">
              <a:latin typeface="Alegreya Sans Medium" panose="020B0604020202020204" charset="0"/>
            </a:endParaRPr>
          </a:p>
        </p:txBody>
      </p:sp>
      <p:sp>
        <p:nvSpPr>
          <p:cNvPr id="15" name="TextBox 14">
            <a:extLst>
              <a:ext uri="{FF2B5EF4-FFF2-40B4-BE49-F238E27FC236}">
                <a16:creationId xmlns:a16="http://schemas.microsoft.com/office/drawing/2014/main" id="{F2502BFC-68B2-FF45-6DAF-02C55DB99FFF}"/>
              </a:ext>
            </a:extLst>
          </p:cNvPr>
          <p:cNvSpPr txBox="1"/>
          <p:nvPr/>
        </p:nvSpPr>
        <p:spPr>
          <a:xfrm>
            <a:off x="6463476" y="664951"/>
            <a:ext cx="1409454" cy="276999"/>
          </a:xfrm>
          <a:prstGeom prst="rect">
            <a:avLst/>
          </a:prstGeom>
          <a:solidFill>
            <a:schemeClr val="bg2"/>
          </a:solidFill>
          <a:effectLst>
            <a:softEdge rad="63500"/>
          </a:effectLst>
        </p:spPr>
        <p:txBody>
          <a:bodyPr wrap="square" rtlCol="0">
            <a:spAutoFit/>
          </a:bodyPr>
          <a:lstStyle/>
          <a:p>
            <a:pPr algn="ctr"/>
            <a:r>
              <a:rPr lang="en-US" sz="1200" dirty="0">
                <a:latin typeface="Alegreya Sans Medium" panose="020B0604020202020204" charset="0"/>
              </a:rPr>
              <a:t>Image/Audio Inputs</a:t>
            </a:r>
            <a:endParaRPr lang="en-ZA" sz="1200" dirty="0">
              <a:latin typeface="Alegreya Sans Medium" panose="020B0604020202020204" charset="0"/>
            </a:endParaRPr>
          </a:p>
        </p:txBody>
      </p:sp>
      <p:sp>
        <p:nvSpPr>
          <p:cNvPr id="17" name="TextBox 16">
            <a:extLst>
              <a:ext uri="{FF2B5EF4-FFF2-40B4-BE49-F238E27FC236}">
                <a16:creationId xmlns:a16="http://schemas.microsoft.com/office/drawing/2014/main" id="{12B4761F-BC13-E403-2697-E7A062AD9D01}"/>
              </a:ext>
            </a:extLst>
          </p:cNvPr>
          <p:cNvSpPr txBox="1"/>
          <p:nvPr/>
        </p:nvSpPr>
        <p:spPr>
          <a:xfrm>
            <a:off x="6451464" y="3204369"/>
            <a:ext cx="1433473" cy="276999"/>
          </a:xfrm>
          <a:prstGeom prst="rect">
            <a:avLst/>
          </a:prstGeom>
          <a:solidFill>
            <a:schemeClr val="bg2"/>
          </a:solidFill>
          <a:effectLst>
            <a:softEdge rad="63500"/>
          </a:effectLst>
        </p:spPr>
        <p:txBody>
          <a:bodyPr wrap="square" rtlCol="0">
            <a:spAutoFit/>
          </a:bodyPr>
          <a:lstStyle/>
          <a:p>
            <a:pPr algn="ctr"/>
            <a:r>
              <a:rPr lang="en-ZA" sz="1200" dirty="0">
                <a:latin typeface="Alegreya Sans Medium" panose="020B0604020202020204" charset="0"/>
              </a:rPr>
              <a:t>Text/Audio Output</a:t>
            </a:r>
          </a:p>
        </p:txBody>
      </p:sp>
      <p:sp>
        <p:nvSpPr>
          <p:cNvPr id="18" name="Arrow: Down 17">
            <a:extLst>
              <a:ext uri="{FF2B5EF4-FFF2-40B4-BE49-F238E27FC236}">
                <a16:creationId xmlns:a16="http://schemas.microsoft.com/office/drawing/2014/main" id="{13B8D262-DDE4-7A9D-E1FC-151992229E09}"/>
              </a:ext>
            </a:extLst>
          </p:cNvPr>
          <p:cNvSpPr/>
          <p:nvPr/>
        </p:nvSpPr>
        <p:spPr>
          <a:xfrm>
            <a:off x="7057263" y="1593475"/>
            <a:ext cx="221876" cy="282389"/>
          </a:xfrm>
          <a:prstGeom prst="downArrow">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9" name="Arrow: Down 18">
            <a:extLst>
              <a:ext uri="{FF2B5EF4-FFF2-40B4-BE49-F238E27FC236}">
                <a16:creationId xmlns:a16="http://schemas.microsoft.com/office/drawing/2014/main" id="{35CD5282-943B-C632-66CA-07A790BCE479}"/>
              </a:ext>
            </a:extLst>
          </p:cNvPr>
          <p:cNvSpPr/>
          <p:nvPr/>
        </p:nvSpPr>
        <p:spPr>
          <a:xfrm>
            <a:off x="7057263" y="2289361"/>
            <a:ext cx="221876" cy="282389"/>
          </a:xfrm>
          <a:prstGeom prst="downArrow">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23" name="Straight Arrow Connector 22">
            <a:extLst>
              <a:ext uri="{FF2B5EF4-FFF2-40B4-BE49-F238E27FC236}">
                <a16:creationId xmlns:a16="http://schemas.microsoft.com/office/drawing/2014/main" id="{89277849-1662-A158-8634-D78815384F6D}"/>
              </a:ext>
            </a:extLst>
          </p:cNvPr>
          <p:cNvCxnSpPr>
            <a:cxnSpLocks/>
            <a:stCxn id="15" idx="2"/>
            <a:endCxn id="13" idx="0"/>
          </p:cNvCxnSpPr>
          <p:nvPr/>
        </p:nvCxnSpPr>
        <p:spPr>
          <a:xfrm>
            <a:off x="7168203" y="941950"/>
            <a:ext cx="0" cy="249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B8EA6B7-8879-F4B7-C20B-F4C42665FB0D}"/>
              </a:ext>
            </a:extLst>
          </p:cNvPr>
          <p:cNvCxnSpPr>
            <a:cxnSpLocks/>
            <a:stCxn id="13" idx="2"/>
            <a:endCxn id="17" idx="0"/>
          </p:cNvCxnSpPr>
          <p:nvPr/>
        </p:nvCxnSpPr>
        <p:spPr>
          <a:xfrm flipH="1">
            <a:off x="7168201" y="2954471"/>
            <a:ext cx="2" cy="249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6" name="Picture 35">
            <a:extLst>
              <a:ext uri="{FF2B5EF4-FFF2-40B4-BE49-F238E27FC236}">
                <a16:creationId xmlns:a16="http://schemas.microsoft.com/office/drawing/2014/main" id="{E609C4A1-B0E0-EEED-EF5A-AD0D266E6EAE}"/>
              </a:ext>
            </a:extLst>
          </p:cNvPr>
          <p:cNvPicPr>
            <a:picLocks noChangeAspect="1"/>
          </p:cNvPicPr>
          <p:nvPr/>
        </p:nvPicPr>
        <p:blipFill>
          <a:blip r:embed="rId3"/>
          <a:stretch>
            <a:fillRect/>
          </a:stretch>
        </p:blipFill>
        <p:spPr>
          <a:xfrm rot="21175922">
            <a:off x="5837042" y="259667"/>
            <a:ext cx="551781" cy="551781"/>
          </a:xfrm>
          <a:prstGeom prst="rect">
            <a:avLst/>
          </a:prstGeom>
        </p:spPr>
      </p:pic>
      <p:pic>
        <p:nvPicPr>
          <p:cNvPr id="38" name="Picture 37">
            <a:extLst>
              <a:ext uri="{FF2B5EF4-FFF2-40B4-BE49-F238E27FC236}">
                <a16:creationId xmlns:a16="http://schemas.microsoft.com/office/drawing/2014/main" id="{4596860C-80B4-7844-2C30-6CA90772BD0C}"/>
              </a:ext>
            </a:extLst>
          </p:cNvPr>
          <p:cNvPicPr>
            <a:picLocks noChangeAspect="1"/>
          </p:cNvPicPr>
          <p:nvPr/>
        </p:nvPicPr>
        <p:blipFill>
          <a:blip r:embed="rId4"/>
          <a:stretch>
            <a:fillRect/>
          </a:stretch>
        </p:blipFill>
        <p:spPr>
          <a:xfrm rot="402034">
            <a:off x="7899742" y="785570"/>
            <a:ext cx="554378" cy="554378"/>
          </a:xfrm>
          <a:prstGeom prst="rect">
            <a:avLst/>
          </a:prstGeom>
        </p:spPr>
      </p:pic>
      <p:pic>
        <p:nvPicPr>
          <p:cNvPr id="42" name="Picture 41">
            <a:extLst>
              <a:ext uri="{FF2B5EF4-FFF2-40B4-BE49-F238E27FC236}">
                <a16:creationId xmlns:a16="http://schemas.microsoft.com/office/drawing/2014/main" id="{7058A7FB-99D0-C83B-1E84-B1DA60A7F918}"/>
              </a:ext>
            </a:extLst>
          </p:cNvPr>
          <p:cNvPicPr>
            <a:picLocks noChangeAspect="1"/>
          </p:cNvPicPr>
          <p:nvPr/>
        </p:nvPicPr>
        <p:blipFill>
          <a:blip r:embed="rId5"/>
          <a:stretch>
            <a:fillRect/>
          </a:stretch>
        </p:blipFill>
        <p:spPr>
          <a:xfrm rot="609402">
            <a:off x="6064555" y="3475915"/>
            <a:ext cx="611662" cy="611662"/>
          </a:xfrm>
          <a:prstGeom prst="rect">
            <a:avLst/>
          </a:prstGeom>
        </p:spPr>
      </p:pic>
      <p:sp>
        <p:nvSpPr>
          <p:cNvPr id="45" name="Google Shape;240;p30">
            <a:extLst>
              <a:ext uri="{FF2B5EF4-FFF2-40B4-BE49-F238E27FC236}">
                <a16:creationId xmlns:a16="http://schemas.microsoft.com/office/drawing/2014/main" id="{2BBDD281-FFB5-2A83-6FF7-14B577DF3927}"/>
              </a:ext>
            </a:extLst>
          </p:cNvPr>
          <p:cNvSpPr txBox="1">
            <a:spLocks/>
          </p:cNvSpPr>
          <p:nvPr/>
        </p:nvSpPr>
        <p:spPr>
          <a:xfrm>
            <a:off x="693639" y="1828098"/>
            <a:ext cx="2500189" cy="87722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52400" algn="ctr">
              <a:spcBef>
                <a:spcPts val="1000"/>
              </a:spcBef>
              <a:buSzPts val="1200"/>
            </a:pPr>
            <a:r>
              <a:rPr lang="en-GB" sz="1600" dirty="0">
                <a:solidFill>
                  <a:schemeClr val="bg2">
                    <a:lumMod val="25000"/>
                  </a:schemeClr>
                </a:solidFill>
                <a:latin typeface="EB Garamond SemiBold" panose="00000700000000000000" pitchFamily="2" charset="0"/>
                <a:ea typeface="EB Garamond SemiBold" panose="00000700000000000000" pitchFamily="2" charset="0"/>
              </a:rPr>
              <a:t>OCR</a:t>
            </a:r>
          </a:p>
          <a:p>
            <a:pPr marL="152400" algn="ctr">
              <a:spcBef>
                <a:spcPts val="200"/>
              </a:spcBef>
              <a:buSzPts val="1200"/>
            </a:pPr>
            <a:r>
              <a:rPr lang="en-GB" sz="1000" dirty="0">
                <a:latin typeface="Alegreya Sans Medium" panose="020B0604020202020204" charset="0"/>
                <a:ea typeface="EB Garamond SemiBold" panose="00000700000000000000" pitchFamily="2" charset="0"/>
              </a:rPr>
              <a:t>Tesseract (Smith, 2007) </a:t>
            </a:r>
          </a:p>
          <a:p>
            <a:pPr marL="152400" algn="ctr">
              <a:spcBef>
                <a:spcPts val="200"/>
              </a:spcBef>
              <a:buSzPts val="1200"/>
            </a:pPr>
            <a:r>
              <a:rPr lang="en-GB" sz="1000" dirty="0">
                <a:latin typeface="Alegreya Sans Medium" panose="020B0604020202020204" charset="0"/>
                <a:ea typeface="EB Garamond SemiBold" panose="00000700000000000000" pitchFamily="2" charset="0"/>
              </a:rPr>
              <a:t>Google Vision API (Google Cloud, 2025)</a:t>
            </a:r>
          </a:p>
          <a:p>
            <a:pPr marL="152400" algn="ctr">
              <a:spcBef>
                <a:spcPts val="200"/>
              </a:spcBef>
              <a:buSzPts val="1200"/>
            </a:pPr>
            <a:r>
              <a:rPr lang="en-GB" sz="1000" dirty="0">
                <a:latin typeface="Alegreya Sans Medium" panose="020B0604020202020204" charset="0"/>
                <a:ea typeface="EB Garamond SemiBold" panose="00000700000000000000" pitchFamily="2" charset="0"/>
              </a:rPr>
              <a:t>Easy OCR (</a:t>
            </a:r>
            <a:r>
              <a:rPr lang="en-GB" sz="1000" dirty="0" err="1">
                <a:latin typeface="Alegreya Sans Medium" panose="020B0604020202020204" charset="0"/>
                <a:ea typeface="EB Garamond SemiBold" panose="00000700000000000000" pitchFamily="2" charset="0"/>
              </a:rPr>
              <a:t>JaidedAI</a:t>
            </a:r>
            <a:r>
              <a:rPr lang="en-GB" sz="1000" dirty="0">
                <a:latin typeface="Alegreya Sans Medium" panose="020B0604020202020204" charset="0"/>
                <a:ea typeface="EB Garamond SemiBold" panose="00000700000000000000" pitchFamily="2" charset="0"/>
              </a:rPr>
              <a:t>, 2024)</a:t>
            </a:r>
          </a:p>
          <a:p>
            <a:pPr marL="152400">
              <a:spcBef>
                <a:spcPts val="200"/>
              </a:spcBef>
              <a:buSzPts val="1200"/>
            </a:pPr>
            <a:endParaRPr lang="en-GB" sz="1200" dirty="0">
              <a:latin typeface="Alegreya Sans Medium" panose="020B0604020202020204" charset="0"/>
              <a:ea typeface="EB Garamond SemiBold" panose="00000700000000000000" pitchFamily="2" charset="0"/>
            </a:endParaRPr>
          </a:p>
        </p:txBody>
      </p:sp>
      <p:sp>
        <p:nvSpPr>
          <p:cNvPr id="47" name="Google Shape;240;p30">
            <a:extLst>
              <a:ext uri="{FF2B5EF4-FFF2-40B4-BE49-F238E27FC236}">
                <a16:creationId xmlns:a16="http://schemas.microsoft.com/office/drawing/2014/main" id="{3528A50F-40E8-7E75-ED3E-01DE89F68091}"/>
              </a:ext>
            </a:extLst>
          </p:cNvPr>
          <p:cNvSpPr txBox="1">
            <a:spLocks/>
          </p:cNvSpPr>
          <p:nvPr/>
        </p:nvSpPr>
        <p:spPr>
          <a:xfrm>
            <a:off x="693640" y="3033482"/>
            <a:ext cx="2500188" cy="87722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52400" algn="ctr">
              <a:spcBef>
                <a:spcPts val="1000"/>
              </a:spcBef>
              <a:buSzPts val="1200"/>
            </a:pPr>
            <a:r>
              <a:rPr lang="en-GB" sz="1600" dirty="0">
                <a:solidFill>
                  <a:schemeClr val="bg2">
                    <a:lumMod val="25000"/>
                  </a:schemeClr>
                </a:solidFill>
                <a:latin typeface="EB Garamond SemiBold" panose="00000700000000000000" pitchFamily="2" charset="0"/>
                <a:ea typeface="EB Garamond SemiBold" panose="00000700000000000000" pitchFamily="2" charset="0"/>
              </a:rPr>
              <a:t>NLP</a:t>
            </a:r>
          </a:p>
          <a:p>
            <a:pPr marL="152400" algn="ctr">
              <a:spcBef>
                <a:spcPts val="200"/>
              </a:spcBef>
              <a:buSzPts val="1200"/>
            </a:pPr>
            <a:r>
              <a:rPr lang="en-GB" sz="1000" dirty="0" err="1">
                <a:latin typeface="Alegreya Sans Medium" panose="020B0604020202020204" charset="0"/>
                <a:ea typeface="EB Garamond SemiBold" panose="00000700000000000000" pitchFamily="2" charset="0"/>
              </a:rPr>
              <a:t>DistilBERT</a:t>
            </a:r>
            <a:r>
              <a:rPr lang="en-GB" sz="1000" dirty="0">
                <a:latin typeface="Alegreya Sans Medium" panose="020B0604020202020204" charset="0"/>
                <a:ea typeface="EB Garamond SemiBold" panose="00000700000000000000" pitchFamily="2" charset="0"/>
              </a:rPr>
              <a:t> (Sahn et al., 2019)</a:t>
            </a:r>
          </a:p>
          <a:p>
            <a:pPr marL="152400" algn="ctr">
              <a:spcBef>
                <a:spcPts val="200"/>
              </a:spcBef>
              <a:buSzPts val="1200"/>
            </a:pPr>
            <a:r>
              <a:rPr lang="en-GB" sz="1000" dirty="0" err="1">
                <a:latin typeface="Alegreya Sans Medium" panose="020B0604020202020204" charset="0"/>
                <a:ea typeface="EB Garamond SemiBold" panose="00000700000000000000" pitchFamily="2" charset="0"/>
              </a:rPr>
              <a:t>RoBERTa</a:t>
            </a:r>
            <a:r>
              <a:rPr lang="en-GB" sz="1000" dirty="0">
                <a:latin typeface="Alegreya Sans Medium" panose="020B0604020202020204" charset="0"/>
                <a:ea typeface="EB Garamond SemiBold" panose="00000700000000000000" pitchFamily="2" charset="0"/>
              </a:rPr>
              <a:t> (Liu et al. 2019)</a:t>
            </a:r>
          </a:p>
          <a:p>
            <a:pPr marL="152400">
              <a:spcBef>
                <a:spcPts val="200"/>
              </a:spcBef>
              <a:buSzPts val="1200"/>
            </a:pPr>
            <a:endParaRPr lang="en-GB" sz="1200" dirty="0">
              <a:latin typeface="Alegreya Sans Medium" panose="020B0604020202020204" charset="0"/>
              <a:ea typeface="EB Garamond SemiBold" panose="00000700000000000000" pitchFamily="2" charset="0"/>
            </a:endParaRPr>
          </a:p>
        </p:txBody>
      </p:sp>
      <p:sp>
        <p:nvSpPr>
          <p:cNvPr id="49" name="Google Shape;240;p30">
            <a:extLst>
              <a:ext uri="{FF2B5EF4-FFF2-40B4-BE49-F238E27FC236}">
                <a16:creationId xmlns:a16="http://schemas.microsoft.com/office/drawing/2014/main" id="{EFAFEE99-EB88-8190-BA7F-4220B1A782D4}"/>
              </a:ext>
            </a:extLst>
          </p:cNvPr>
          <p:cNvSpPr txBox="1">
            <a:spLocks/>
          </p:cNvSpPr>
          <p:nvPr/>
        </p:nvSpPr>
        <p:spPr>
          <a:xfrm>
            <a:off x="3092856" y="1828098"/>
            <a:ext cx="2500187" cy="87722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52400" algn="ctr">
              <a:spcBef>
                <a:spcPts val="1000"/>
              </a:spcBef>
              <a:buSzPts val="1200"/>
            </a:pPr>
            <a:r>
              <a:rPr lang="en-GB" sz="1600" dirty="0">
                <a:solidFill>
                  <a:schemeClr val="bg2">
                    <a:lumMod val="25000"/>
                  </a:schemeClr>
                </a:solidFill>
                <a:latin typeface="EB Garamond SemiBold" panose="00000700000000000000" pitchFamily="2" charset="0"/>
                <a:ea typeface="EB Garamond SemiBold" panose="00000700000000000000" pitchFamily="2" charset="0"/>
              </a:rPr>
              <a:t>ASR</a:t>
            </a:r>
          </a:p>
          <a:p>
            <a:pPr marL="152400" algn="ctr">
              <a:spcBef>
                <a:spcPts val="200"/>
              </a:spcBef>
              <a:buSzPts val="1200"/>
            </a:pPr>
            <a:r>
              <a:rPr lang="en-GB" sz="1000" dirty="0">
                <a:latin typeface="Alegreya Sans Medium" panose="020B0604020202020204" charset="0"/>
                <a:ea typeface="EB Garamond SemiBold" panose="00000700000000000000" pitchFamily="2" charset="0"/>
              </a:rPr>
              <a:t>OpenAI Whisper (Radford et al., 2023)</a:t>
            </a:r>
          </a:p>
          <a:p>
            <a:pPr marL="152400" algn="ctr">
              <a:spcBef>
                <a:spcPts val="200"/>
              </a:spcBef>
              <a:buSzPts val="1200"/>
            </a:pPr>
            <a:r>
              <a:rPr lang="en-GB" sz="1000" dirty="0" err="1">
                <a:latin typeface="Alegreya Sans Medium" panose="020B0604020202020204" charset="0"/>
                <a:ea typeface="EB Garamond SemiBold" panose="00000700000000000000" pitchFamily="2" charset="0"/>
              </a:rPr>
              <a:t>Vosk</a:t>
            </a:r>
            <a:r>
              <a:rPr lang="en-GB" sz="1000" dirty="0">
                <a:latin typeface="Alegreya Sans Medium" panose="020B0604020202020204" charset="0"/>
                <a:ea typeface="EB Garamond SemiBold" panose="00000700000000000000" pitchFamily="2" charset="0"/>
              </a:rPr>
              <a:t> (</a:t>
            </a:r>
            <a:r>
              <a:rPr lang="en-GB" sz="1000" dirty="0" err="1">
                <a:latin typeface="Alegreya Sans Medium" panose="020B0604020202020204" charset="0"/>
                <a:ea typeface="EB Garamond SemiBold" panose="00000700000000000000" pitchFamily="2" charset="0"/>
              </a:rPr>
              <a:t>Vosk</a:t>
            </a:r>
            <a:r>
              <a:rPr lang="en-GB" sz="1000" dirty="0">
                <a:latin typeface="Alegreya Sans Medium" panose="020B0604020202020204" charset="0"/>
                <a:ea typeface="EB Garamond SemiBold" panose="00000700000000000000" pitchFamily="2" charset="0"/>
              </a:rPr>
              <a:t>, 2025)</a:t>
            </a:r>
          </a:p>
          <a:p>
            <a:pPr marL="152400" algn="ctr">
              <a:spcBef>
                <a:spcPts val="200"/>
              </a:spcBef>
              <a:buSzPts val="1200"/>
            </a:pPr>
            <a:r>
              <a:rPr lang="en-GB" sz="1000" dirty="0">
                <a:latin typeface="Alegreya Sans Medium" panose="020B0604020202020204" charset="0"/>
                <a:ea typeface="EB Garamond SemiBold" panose="00000700000000000000" pitchFamily="2" charset="0"/>
              </a:rPr>
              <a:t>Google Speech API (Google Cloud, 2025)</a:t>
            </a:r>
          </a:p>
        </p:txBody>
      </p:sp>
      <p:sp>
        <p:nvSpPr>
          <p:cNvPr id="51" name="Google Shape;240;p30">
            <a:extLst>
              <a:ext uri="{FF2B5EF4-FFF2-40B4-BE49-F238E27FC236}">
                <a16:creationId xmlns:a16="http://schemas.microsoft.com/office/drawing/2014/main" id="{A502A692-2D2F-1C97-2FEC-8F9D0045CFEB}"/>
              </a:ext>
            </a:extLst>
          </p:cNvPr>
          <p:cNvSpPr txBox="1">
            <a:spLocks/>
          </p:cNvSpPr>
          <p:nvPr/>
        </p:nvSpPr>
        <p:spPr>
          <a:xfrm>
            <a:off x="3092855" y="3033482"/>
            <a:ext cx="2500188" cy="87722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52400" algn="ctr">
              <a:spcBef>
                <a:spcPts val="1000"/>
              </a:spcBef>
              <a:buSzPts val="1200"/>
            </a:pPr>
            <a:r>
              <a:rPr lang="en-GB" sz="1600" dirty="0">
                <a:solidFill>
                  <a:schemeClr val="bg2">
                    <a:lumMod val="25000"/>
                  </a:schemeClr>
                </a:solidFill>
                <a:latin typeface="EB Garamond SemiBold" panose="00000700000000000000" pitchFamily="2" charset="0"/>
                <a:ea typeface="EB Garamond SemiBold" panose="00000700000000000000" pitchFamily="2" charset="0"/>
              </a:rPr>
              <a:t>TTS</a:t>
            </a:r>
          </a:p>
          <a:p>
            <a:pPr marL="152400" algn="ctr">
              <a:spcBef>
                <a:spcPts val="200"/>
              </a:spcBef>
              <a:buSzPts val="1200"/>
            </a:pPr>
            <a:r>
              <a:rPr lang="en-GB" sz="1000" dirty="0">
                <a:latin typeface="Alegreya Sans Medium" panose="020B0604020202020204" charset="0"/>
                <a:ea typeface="EB Garamond SemiBold" panose="00000700000000000000" pitchFamily="2" charset="0"/>
              </a:rPr>
              <a:t>Google TTS API (Google Cloud, 2025)</a:t>
            </a:r>
          </a:p>
          <a:p>
            <a:pPr marL="152400" algn="ctr">
              <a:spcBef>
                <a:spcPts val="200"/>
              </a:spcBef>
              <a:buSzPts val="1200"/>
            </a:pPr>
            <a:r>
              <a:rPr lang="en-GB" sz="1000" dirty="0">
                <a:latin typeface="Alegreya Sans Medium" panose="020B0604020202020204" charset="0"/>
                <a:ea typeface="EB Garamond SemiBold" panose="00000700000000000000" pitchFamily="2" charset="0"/>
              </a:rPr>
              <a:t>pyttsx3 (Bhat, 2021)</a:t>
            </a:r>
          </a:p>
          <a:p>
            <a:pPr marL="152400" algn="ctr">
              <a:spcBef>
                <a:spcPts val="200"/>
              </a:spcBef>
              <a:buSzPts val="1200"/>
            </a:pPr>
            <a:r>
              <a:rPr lang="en-GB" sz="1000" dirty="0">
                <a:latin typeface="Alegreya Sans Medium" panose="020B0604020202020204" charset="0"/>
                <a:ea typeface="EB Garamond SemiBold" panose="00000700000000000000" pitchFamily="2" charset="0"/>
              </a:rPr>
              <a:t>Coqui TTS (Coqui-AI, 2024)</a:t>
            </a:r>
          </a:p>
          <a:p>
            <a:pPr marL="152400" algn="ctr">
              <a:spcBef>
                <a:spcPts val="200"/>
              </a:spcBef>
              <a:buSzPts val="1200"/>
            </a:pPr>
            <a:endParaRPr lang="en-GB" sz="1200" dirty="0">
              <a:latin typeface="Alegreya Sans Medium" panose="020B0604020202020204" charset="0"/>
              <a:ea typeface="EB Garamond SemiBold" panose="00000700000000000000" pitchFamily="2" charset="0"/>
            </a:endParaRPr>
          </a:p>
          <a:p>
            <a:pPr marL="152400" algn="ctr">
              <a:spcBef>
                <a:spcPts val="1000"/>
              </a:spcBef>
              <a:buSzPts val="1200"/>
            </a:pPr>
            <a:endParaRPr lang="en-GB" sz="1200" dirty="0">
              <a:latin typeface="Alegreya Sans Medium" panose="020B0604020202020204" charset="0"/>
              <a:ea typeface="EB Garamond SemiBold" panose="00000700000000000000" pitchFamily="2" charset="0"/>
            </a:endParaRPr>
          </a:p>
        </p:txBody>
      </p:sp>
      <p:sp>
        <p:nvSpPr>
          <p:cNvPr id="59" name="TextBox 58">
            <a:extLst>
              <a:ext uri="{FF2B5EF4-FFF2-40B4-BE49-F238E27FC236}">
                <a16:creationId xmlns:a16="http://schemas.microsoft.com/office/drawing/2014/main" id="{9C8C342C-DCAE-34AD-D392-F16D70D63574}"/>
              </a:ext>
            </a:extLst>
          </p:cNvPr>
          <p:cNvSpPr txBox="1"/>
          <p:nvPr/>
        </p:nvSpPr>
        <p:spPr>
          <a:xfrm>
            <a:off x="710388" y="4459815"/>
            <a:ext cx="1630800" cy="215444"/>
          </a:xfrm>
          <a:prstGeom prst="rect">
            <a:avLst/>
          </a:prstGeom>
          <a:solidFill>
            <a:schemeClr val="tx1">
              <a:lumMod val="20000"/>
              <a:lumOff val="80000"/>
            </a:schemeClr>
          </a:solidFill>
          <a:effectLst>
            <a:softEdge rad="38100"/>
          </a:effectLst>
        </p:spPr>
        <p:txBody>
          <a:bodyPr wrap="square" rtlCol="0">
            <a:spAutoFit/>
          </a:bodyPr>
          <a:lstStyle/>
          <a:p>
            <a:pPr algn="ctr"/>
            <a:r>
              <a:rPr lang="en-US" sz="800" i="1" dirty="0">
                <a:solidFill>
                  <a:schemeClr val="accent1">
                    <a:lumMod val="75000"/>
                  </a:schemeClr>
                </a:solidFill>
                <a:latin typeface="Alegreya Sans Medium" panose="020B0604020202020204" charset="0"/>
              </a:rPr>
              <a:t>Icons: </a:t>
            </a:r>
            <a:r>
              <a:rPr lang="en-US" sz="800" i="1" dirty="0">
                <a:solidFill>
                  <a:schemeClr val="accent1">
                    <a:lumMod val="75000"/>
                  </a:schemeClr>
                </a:solidFill>
                <a:latin typeface="Alegreya Sans Medium" panose="020B0604020202020204" charset="0"/>
                <a:hlinkClick r:id="rId6"/>
              </a:rPr>
              <a:t>www.freepik.com</a:t>
            </a:r>
            <a:r>
              <a:rPr lang="en-US" sz="800" i="1" dirty="0">
                <a:solidFill>
                  <a:schemeClr val="accent1">
                    <a:lumMod val="75000"/>
                  </a:schemeClr>
                </a:solidFill>
                <a:latin typeface="Alegreya Sans Medium" panose="020B0604020202020204" charset="0"/>
              </a:rPr>
              <a:t> (free license</a:t>
            </a:r>
            <a:r>
              <a:rPr lang="en-US" sz="800" dirty="0">
                <a:solidFill>
                  <a:schemeClr val="accent1">
                    <a:lumMod val="75000"/>
                  </a:schemeClr>
                </a:solidFill>
                <a:latin typeface="Alegreya Sans Medium" panose="020B0604020202020204" charset="0"/>
              </a:rPr>
              <a:t>)</a:t>
            </a:r>
          </a:p>
        </p:txBody>
      </p:sp>
      <p:pic>
        <p:nvPicPr>
          <p:cNvPr id="3" name="Picture 2">
            <a:extLst>
              <a:ext uri="{FF2B5EF4-FFF2-40B4-BE49-F238E27FC236}">
                <a16:creationId xmlns:a16="http://schemas.microsoft.com/office/drawing/2014/main" id="{6C329286-E9CD-E6DA-45A7-33FA7298B07B}"/>
              </a:ext>
            </a:extLst>
          </p:cNvPr>
          <p:cNvPicPr>
            <a:picLocks noChangeAspect="1"/>
          </p:cNvPicPr>
          <p:nvPr/>
        </p:nvPicPr>
        <p:blipFill>
          <a:blip r:embed="rId7"/>
          <a:stretch>
            <a:fillRect/>
          </a:stretch>
        </p:blipFill>
        <p:spPr>
          <a:xfrm rot="20867037">
            <a:off x="256356" y="266966"/>
            <a:ext cx="999484" cy="999484"/>
          </a:xfrm>
          <a:prstGeom prst="rect">
            <a:avLst/>
          </a:prstGeom>
        </p:spPr>
      </p:pic>
      <p:pic>
        <p:nvPicPr>
          <p:cNvPr id="5" name="Picture 4">
            <a:extLst>
              <a:ext uri="{FF2B5EF4-FFF2-40B4-BE49-F238E27FC236}">
                <a16:creationId xmlns:a16="http://schemas.microsoft.com/office/drawing/2014/main" id="{8C6C57BA-E0E0-9231-690A-D7C8AD398AD6}"/>
              </a:ext>
            </a:extLst>
          </p:cNvPr>
          <p:cNvPicPr>
            <a:picLocks noChangeAspect="1"/>
          </p:cNvPicPr>
          <p:nvPr/>
        </p:nvPicPr>
        <p:blipFill>
          <a:blip r:embed="rId8"/>
          <a:stretch>
            <a:fillRect/>
          </a:stretch>
        </p:blipFill>
        <p:spPr>
          <a:xfrm rot="20241223">
            <a:off x="7667747" y="3718555"/>
            <a:ext cx="466195" cy="4661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500"/>
                                        <p:tgtEl>
                                          <p:spTgt spid="59"/>
                                        </p:tgtEl>
                                      </p:cBhvr>
                                    </p:animEffect>
                                  </p:childTnLst>
                                </p:cTn>
                              </p:par>
                              <p:par>
                                <p:cTn id="8" presetID="10" presetClass="entr" presetSubtype="0" fill="hold" nodeType="with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75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nodeType="withEffect">
                                  <p:stCondLst>
                                    <p:cond delay="80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10" presetClass="entr" presetSubtype="0" fill="hold" grpId="0" nodeType="withEffect">
                                  <p:stCondLst>
                                    <p:cond delay="850"/>
                                  </p:stCondLst>
                                  <p:childTnLst>
                                    <p:set>
                                      <p:cBhvr>
                                        <p:cTn id="18" dur="1" fill="hold">
                                          <p:stCondLst>
                                            <p:cond delay="0"/>
                                          </p:stCondLst>
                                        </p:cTn>
                                        <p:tgtEl>
                                          <p:spTgt spid="13">
                                            <p:bg/>
                                          </p:spTgt>
                                        </p:tgtEl>
                                        <p:attrNameLst>
                                          <p:attrName>style.visibility</p:attrName>
                                        </p:attrNameLst>
                                      </p:cBhvr>
                                      <p:to>
                                        <p:strVal val="visible"/>
                                      </p:to>
                                    </p:set>
                                    <p:animEffect transition="in" filter="fade">
                                      <p:cBhvr>
                                        <p:cTn id="19" dur="500"/>
                                        <p:tgtEl>
                                          <p:spTgt spid="13">
                                            <p:bg/>
                                          </p:spTgt>
                                        </p:tgtEl>
                                      </p:cBhvr>
                                    </p:animEffect>
                                  </p:childTnLst>
                                </p:cTn>
                              </p:par>
                              <p:par>
                                <p:cTn id="20" presetID="10" presetClass="entr" presetSubtype="0" fill="hold" nodeType="withEffect">
                                  <p:stCondLst>
                                    <p:cond delay="90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par>
                                <p:cTn id="23" presetID="10" presetClass="entr" presetSubtype="0" fill="hold" grpId="0" nodeType="withEffect">
                                  <p:stCondLst>
                                    <p:cond delay="95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5">
                                            <p:txEl>
                                              <p:pRg st="0" end="0"/>
                                            </p:txEl>
                                          </p:spTgt>
                                        </p:tgtEl>
                                        <p:attrNameLst>
                                          <p:attrName>style.visibility</p:attrName>
                                        </p:attrNameLst>
                                      </p:cBhvr>
                                      <p:to>
                                        <p:strVal val="visible"/>
                                      </p:to>
                                    </p:set>
                                    <p:animEffect transition="in" filter="fade">
                                      <p:cBhvr>
                                        <p:cTn id="30" dur="500"/>
                                        <p:tgtEl>
                                          <p:spTgt spid="45">
                                            <p:txEl>
                                              <p:pRg st="0" end="0"/>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5">
                                            <p:txEl>
                                              <p:pRg st="1" end="1"/>
                                            </p:txEl>
                                          </p:spTgt>
                                        </p:tgtEl>
                                        <p:attrNameLst>
                                          <p:attrName>style.visibility</p:attrName>
                                        </p:attrNameLst>
                                      </p:cBhvr>
                                      <p:to>
                                        <p:strVal val="visible"/>
                                      </p:to>
                                    </p:set>
                                    <p:animEffect transition="in" filter="fade">
                                      <p:cBhvr>
                                        <p:cTn id="33" dur="500"/>
                                        <p:tgtEl>
                                          <p:spTgt spid="45">
                                            <p:txEl>
                                              <p:pRg st="1" end="1"/>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5">
                                            <p:txEl>
                                              <p:pRg st="2" end="2"/>
                                            </p:txEl>
                                          </p:spTgt>
                                        </p:tgtEl>
                                        <p:attrNameLst>
                                          <p:attrName>style.visibility</p:attrName>
                                        </p:attrNameLst>
                                      </p:cBhvr>
                                      <p:to>
                                        <p:strVal val="visible"/>
                                      </p:to>
                                    </p:set>
                                    <p:animEffect transition="in" filter="fade">
                                      <p:cBhvr>
                                        <p:cTn id="36" dur="500"/>
                                        <p:tgtEl>
                                          <p:spTgt spid="45">
                                            <p:txEl>
                                              <p:pRg st="2" end="2"/>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5">
                                            <p:txEl>
                                              <p:pRg st="3" end="3"/>
                                            </p:txEl>
                                          </p:spTgt>
                                        </p:tgtEl>
                                        <p:attrNameLst>
                                          <p:attrName>style.visibility</p:attrName>
                                        </p:attrNameLst>
                                      </p:cBhvr>
                                      <p:to>
                                        <p:strVal val="visible"/>
                                      </p:to>
                                    </p:set>
                                    <p:animEffect transition="in" filter="fade">
                                      <p:cBhvr>
                                        <p:cTn id="39" dur="500"/>
                                        <p:tgtEl>
                                          <p:spTgt spid="45">
                                            <p:txEl>
                                              <p:pRg st="3" end="3"/>
                                            </p:txEl>
                                          </p:spTgt>
                                        </p:tgtEl>
                                      </p:cBhvr>
                                    </p:animEffect>
                                  </p:childTnLst>
                                </p:cTn>
                              </p:par>
                              <p:par>
                                <p:cTn id="40" presetID="10" presetClass="entr" presetSubtype="0" fill="hold" grpId="0" nodeType="withEffect">
                                  <p:stCondLst>
                                    <p:cond delay="250"/>
                                  </p:stCondLst>
                                  <p:childTnLst>
                                    <p:set>
                                      <p:cBhvr>
                                        <p:cTn id="41" dur="1" fill="hold">
                                          <p:stCondLst>
                                            <p:cond delay="0"/>
                                          </p:stCondLst>
                                        </p:cTn>
                                        <p:tgtEl>
                                          <p:spTgt spid="13">
                                            <p:txEl>
                                              <p:pRg st="0" end="0"/>
                                            </p:txEl>
                                          </p:spTgt>
                                        </p:tgtEl>
                                        <p:attrNameLst>
                                          <p:attrName>style.visibility</p:attrName>
                                        </p:attrNameLst>
                                      </p:cBhvr>
                                      <p:to>
                                        <p:strVal val="visible"/>
                                      </p:to>
                                    </p:set>
                                    <p:animEffect transition="in" filter="fade">
                                      <p:cBhvr>
                                        <p:cTn id="42" dur="500"/>
                                        <p:tgtEl>
                                          <p:spTgt spid="13">
                                            <p:txEl>
                                              <p:pRg st="0" end="0"/>
                                            </p:txEl>
                                          </p:spTgt>
                                        </p:tgtEl>
                                      </p:cBhvr>
                                    </p:animEffect>
                                  </p:childTnLst>
                                </p:cTn>
                              </p:par>
                              <p:par>
                                <p:cTn id="43" presetID="10" presetClass="entr" presetSubtype="0" fill="hold" nodeType="withEffect">
                                  <p:stCondLst>
                                    <p:cond delay="250"/>
                                  </p:stCondLst>
                                  <p:childTnLst>
                                    <p:set>
                                      <p:cBhvr>
                                        <p:cTn id="44" dur="1" fill="hold">
                                          <p:stCondLst>
                                            <p:cond delay="0"/>
                                          </p:stCondLst>
                                        </p:cTn>
                                        <p:tgtEl>
                                          <p:spTgt spid="36"/>
                                        </p:tgtEl>
                                        <p:attrNameLst>
                                          <p:attrName>style.visibility</p:attrName>
                                        </p:attrNameLst>
                                      </p:cBhvr>
                                      <p:to>
                                        <p:strVal val="visible"/>
                                      </p:to>
                                    </p:set>
                                    <p:animEffect transition="in" filter="fade">
                                      <p:cBhvr>
                                        <p:cTn id="45" dur="500"/>
                                        <p:tgtEl>
                                          <p:spTgt spid="3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49">
                                            <p:txEl>
                                              <p:pRg st="0" end="0"/>
                                            </p:txEl>
                                          </p:spTgt>
                                        </p:tgtEl>
                                        <p:attrNameLst>
                                          <p:attrName>style.visibility</p:attrName>
                                        </p:attrNameLst>
                                      </p:cBhvr>
                                      <p:to>
                                        <p:strVal val="visible"/>
                                      </p:to>
                                    </p:set>
                                    <p:animEffect transition="in" filter="fade">
                                      <p:cBhvr>
                                        <p:cTn id="50" dur="500"/>
                                        <p:tgtEl>
                                          <p:spTgt spid="49">
                                            <p:txEl>
                                              <p:pRg st="0" end="0"/>
                                            </p:txEl>
                                          </p:spTgt>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9">
                                            <p:txEl>
                                              <p:pRg st="1" end="1"/>
                                            </p:txEl>
                                          </p:spTgt>
                                        </p:tgtEl>
                                        <p:attrNameLst>
                                          <p:attrName>style.visibility</p:attrName>
                                        </p:attrNameLst>
                                      </p:cBhvr>
                                      <p:to>
                                        <p:strVal val="visible"/>
                                      </p:to>
                                    </p:set>
                                    <p:animEffect transition="in" filter="fade">
                                      <p:cBhvr>
                                        <p:cTn id="53" dur="500"/>
                                        <p:tgtEl>
                                          <p:spTgt spid="49">
                                            <p:txEl>
                                              <p:pRg st="1" end="1"/>
                                            </p:txEl>
                                          </p:spTgt>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9">
                                            <p:txEl>
                                              <p:pRg st="2" end="2"/>
                                            </p:txEl>
                                          </p:spTgt>
                                        </p:tgtEl>
                                        <p:attrNameLst>
                                          <p:attrName>style.visibility</p:attrName>
                                        </p:attrNameLst>
                                      </p:cBhvr>
                                      <p:to>
                                        <p:strVal val="visible"/>
                                      </p:to>
                                    </p:set>
                                    <p:animEffect transition="in" filter="fade">
                                      <p:cBhvr>
                                        <p:cTn id="56" dur="500"/>
                                        <p:tgtEl>
                                          <p:spTgt spid="49">
                                            <p:txEl>
                                              <p:pRg st="2" end="2"/>
                                            </p:txEl>
                                          </p:spTgt>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9">
                                            <p:txEl>
                                              <p:pRg st="3" end="3"/>
                                            </p:txEl>
                                          </p:spTgt>
                                        </p:tgtEl>
                                        <p:attrNameLst>
                                          <p:attrName>style.visibility</p:attrName>
                                        </p:attrNameLst>
                                      </p:cBhvr>
                                      <p:to>
                                        <p:strVal val="visible"/>
                                      </p:to>
                                    </p:set>
                                    <p:animEffect transition="in" filter="fade">
                                      <p:cBhvr>
                                        <p:cTn id="59" dur="500"/>
                                        <p:tgtEl>
                                          <p:spTgt spid="49">
                                            <p:txEl>
                                              <p:pRg st="3" end="3"/>
                                            </p:txEl>
                                          </p:spTgt>
                                        </p:tgtEl>
                                      </p:cBhvr>
                                    </p:animEffect>
                                  </p:childTnLst>
                                </p:cTn>
                              </p:par>
                              <p:par>
                                <p:cTn id="60" presetID="10" presetClass="entr" presetSubtype="0" fill="hold" nodeType="withEffect">
                                  <p:stCondLst>
                                    <p:cond delay="250"/>
                                  </p:stCondLst>
                                  <p:childTnLst>
                                    <p:set>
                                      <p:cBhvr>
                                        <p:cTn id="61" dur="1" fill="hold">
                                          <p:stCondLst>
                                            <p:cond delay="0"/>
                                          </p:stCondLst>
                                        </p:cTn>
                                        <p:tgtEl>
                                          <p:spTgt spid="38"/>
                                        </p:tgtEl>
                                        <p:attrNameLst>
                                          <p:attrName>style.visibility</p:attrName>
                                        </p:attrNameLst>
                                      </p:cBhvr>
                                      <p:to>
                                        <p:strVal val="visible"/>
                                      </p:to>
                                    </p:set>
                                    <p:animEffect transition="in" filter="fade">
                                      <p:cBhvr>
                                        <p:cTn id="62" dur="500"/>
                                        <p:tgtEl>
                                          <p:spTgt spid="3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7">
                                            <p:txEl>
                                              <p:pRg st="0" end="0"/>
                                            </p:txEl>
                                          </p:spTgt>
                                        </p:tgtEl>
                                        <p:attrNameLst>
                                          <p:attrName>style.visibility</p:attrName>
                                        </p:attrNameLst>
                                      </p:cBhvr>
                                      <p:to>
                                        <p:strVal val="visible"/>
                                      </p:to>
                                    </p:set>
                                    <p:animEffect transition="in" filter="fade">
                                      <p:cBhvr>
                                        <p:cTn id="67" dur="500"/>
                                        <p:tgtEl>
                                          <p:spTgt spid="47">
                                            <p:txEl>
                                              <p:pRg st="0" end="0"/>
                                            </p:txEl>
                                          </p:spTgt>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7">
                                            <p:txEl>
                                              <p:pRg st="1" end="1"/>
                                            </p:txEl>
                                          </p:spTgt>
                                        </p:tgtEl>
                                        <p:attrNameLst>
                                          <p:attrName>style.visibility</p:attrName>
                                        </p:attrNameLst>
                                      </p:cBhvr>
                                      <p:to>
                                        <p:strVal val="visible"/>
                                      </p:to>
                                    </p:set>
                                    <p:animEffect transition="in" filter="fade">
                                      <p:cBhvr>
                                        <p:cTn id="70" dur="500"/>
                                        <p:tgtEl>
                                          <p:spTgt spid="47">
                                            <p:txEl>
                                              <p:pRg st="1" end="1"/>
                                            </p:txEl>
                                          </p:spTgt>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7">
                                            <p:txEl>
                                              <p:pRg st="2" end="2"/>
                                            </p:txEl>
                                          </p:spTgt>
                                        </p:tgtEl>
                                        <p:attrNameLst>
                                          <p:attrName>style.visibility</p:attrName>
                                        </p:attrNameLst>
                                      </p:cBhvr>
                                      <p:to>
                                        <p:strVal val="visible"/>
                                      </p:to>
                                    </p:set>
                                    <p:animEffect transition="in" filter="fade">
                                      <p:cBhvr>
                                        <p:cTn id="73" dur="500"/>
                                        <p:tgtEl>
                                          <p:spTgt spid="47">
                                            <p:txEl>
                                              <p:pRg st="2" end="2"/>
                                            </p:txEl>
                                          </p:spTgt>
                                        </p:tgtEl>
                                      </p:cBhvr>
                                    </p:animEffect>
                                  </p:childTnLst>
                                </p:cTn>
                              </p:par>
                              <p:par>
                                <p:cTn id="74" presetID="10" presetClass="entr" presetSubtype="0" fill="hold" grpId="0" nodeType="withEffect">
                                  <p:stCondLst>
                                    <p:cond delay="250"/>
                                  </p:stCondLst>
                                  <p:childTnLst>
                                    <p:set>
                                      <p:cBhvr>
                                        <p:cTn id="75" dur="1" fill="hold">
                                          <p:stCondLst>
                                            <p:cond delay="0"/>
                                          </p:stCondLst>
                                        </p:cTn>
                                        <p:tgtEl>
                                          <p:spTgt spid="18"/>
                                        </p:tgtEl>
                                        <p:attrNameLst>
                                          <p:attrName>style.visibility</p:attrName>
                                        </p:attrNameLst>
                                      </p:cBhvr>
                                      <p:to>
                                        <p:strVal val="visible"/>
                                      </p:to>
                                    </p:set>
                                    <p:animEffect transition="in" filter="fade">
                                      <p:cBhvr>
                                        <p:cTn id="76" dur="500"/>
                                        <p:tgtEl>
                                          <p:spTgt spid="18"/>
                                        </p:tgtEl>
                                      </p:cBhvr>
                                    </p:animEffect>
                                  </p:childTnLst>
                                </p:cTn>
                              </p:par>
                              <p:par>
                                <p:cTn id="77" presetID="10" presetClass="entr" presetSubtype="0" fill="hold" grpId="0" nodeType="withEffect">
                                  <p:stCondLst>
                                    <p:cond delay="500"/>
                                  </p:stCondLst>
                                  <p:childTnLst>
                                    <p:set>
                                      <p:cBhvr>
                                        <p:cTn id="78" dur="1" fill="hold">
                                          <p:stCondLst>
                                            <p:cond delay="0"/>
                                          </p:stCondLst>
                                        </p:cTn>
                                        <p:tgtEl>
                                          <p:spTgt spid="13">
                                            <p:txEl>
                                              <p:pRg st="2" end="2"/>
                                            </p:txEl>
                                          </p:spTgt>
                                        </p:tgtEl>
                                        <p:attrNameLst>
                                          <p:attrName>style.visibility</p:attrName>
                                        </p:attrNameLst>
                                      </p:cBhvr>
                                      <p:to>
                                        <p:strVal val="visible"/>
                                      </p:to>
                                    </p:set>
                                    <p:animEffect transition="in" filter="fade">
                                      <p:cBhvr>
                                        <p:cTn id="79" dur="500"/>
                                        <p:tgtEl>
                                          <p:spTgt spid="13">
                                            <p:txEl>
                                              <p:pRg st="2" end="2"/>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51">
                                            <p:txEl>
                                              <p:pRg st="0" end="0"/>
                                            </p:txEl>
                                          </p:spTgt>
                                        </p:tgtEl>
                                        <p:attrNameLst>
                                          <p:attrName>style.visibility</p:attrName>
                                        </p:attrNameLst>
                                      </p:cBhvr>
                                      <p:to>
                                        <p:strVal val="visible"/>
                                      </p:to>
                                    </p:set>
                                    <p:animEffect transition="in" filter="fade">
                                      <p:cBhvr>
                                        <p:cTn id="84" dur="500"/>
                                        <p:tgtEl>
                                          <p:spTgt spid="51">
                                            <p:txEl>
                                              <p:pRg st="0" end="0"/>
                                            </p:txEl>
                                          </p:spTgt>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51">
                                            <p:txEl>
                                              <p:pRg st="1" end="1"/>
                                            </p:txEl>
                                          </p:spTgt>
                                        </p:tgtEl>
                                        <p:attrNameLst>
                                          <p:attrName>style.visibility</p:attrName>
                                        </p:attrNameLst>
                                      </p:cBhvr>
                                      <p:to>
                                        <p:strVal val="visible"/>
                                      </p:to>
                                    </p:set>
                                    <p:animEffect transition="in" filter="fade">
                                      <p:cBhvr>
                                        <p:cTn id="87" dur="500"/>
                                        <p:tgtEl>
                                          <p:spTgt spid="51">
                                            <p:txEl>
                                              <p:pRg st="1" end="1"/>
                                            </p:txEl>
                                          </p:spTgt>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51">
                                            <p:txEl>
                                              <p:pRg st="2" end="2"/>
                                            </p:txEl>
                                          </p:spTgt>
                                        </p:tgtEl>
                                        <p:attrNameLst>
                                          <p:attrName>style.visibility</p:attrName>
                                        </p:attrNameLst>
                                      </p:cBhvr>
                                      <p:to>
                                        <p:strVal val="visible"/>
                                      </p:to>
                                    </p:set>
                                    <p:animEffect transition="in" filter="fade">
                                      <p:cBhvr>
                                        <p:cTn id="90" dur="500"/>
                                        <p:tgtEl>
                                          <p:spTgt spid="51">
                                            <p:txEl>
                                              <p:pRg st="2" end="2"/>
                                            </p:txEl>
                                          </p:spTgt>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51">
                                            <p:txEl>
                                              <p:pRg st="3" end="3"/>
                                            </p:txEl>
                                          </p:spTgt>
                                        </p:tgtEl>
                                        <p:attrNameLst>
                                          <p:attrName>style.visibility</p:attrName>
                                        </p:attrNameLst>
                                      </p:cBhvr>
                                      <p:to>
                                        <p:strVal val="visible"/>
                                      </p:to>
                                    </p:set>
                                    <p:animEffect transition="in" filter="fade">
                                      <p:cBhvr>
                                        <p:cTn id="93" dur="500"/>
                                        <p:tgtEl>
                                          <p:spTgt spid="51">
                                            <p:txEl>
                                              <p:pRg st="3" end="3"/>
                                            </p:txEl>
                                          </p:spTgt>
                                        </p:tgtEl>
                                      </p:cBhvr>
                                    </p:animEffect>
                                  </p:childTnLst>
                                </p:cTn>
                              </p:par>
                              <p:par>
                                <p:cTn id="94" presetID="10" presetClass="entr" presetSubtype="0" fill="hold" grpId="0" nodeType="withEffect">
                                  <p:stCondLst>
                                    <p:cond delay="250"/>
                                  </p:stCondLst>
                                  <p:childTnLst>
                                    <p:set>
                                      <p:cBhvr>
                                        <p:cTn id="95" dur="1" fill="hold">
                                          <p:stCondLst>
                                            <p:cond delay="0"/>
                                          </p:stCondLst>
                                        </p:cTn>
                                        <p:tgtEl>
                                          <p:spTgt spid="19"/>
                                        </p:tgtEl>
                                        <p:attrNameLst>
                                          <p:attrName>style.visibility</p:attrName>
                                        </p:attrNameLst>
                                      </p:cBhvr>
                                      <p:to>
                                        <p:strVal val="visible"/>
                                      </p:to>
                                    </p:set>
                                    <p:animEffect transition="in" filter="fade">
                                      <p:cBhvr>
                                        <p:cTn id="96" dur="500"/>
                                        <p:tgtEl>
                                          <p:spTgt spid="19"/>
                                        </p:tgtEl>
                                      </p:cBhvr>
                                    </p:animEffect>
                                  </p:childTnLst>
                                </p:cTn>
                              </p:par>
                              <p:par>
                                <p:cTn id="97" presetID="10" presetClass="entr" presetSubtype="0" fill="hold" grpId="0" nodeType="withEffect">
                                  <p:stCondLst>
                                    <p:cond delay="500"/>
                                  </p:stCondLst>
                                  <p:childTnLst>
                                    <p:set>
                                      <p:cBhvr>
                                        <p:cTn id="98" dur="1" fill="hold">
                                          <p:stCondLst>
                                            <p:cond delay="0"/>
                                          </p:stCondLst>
                                        </p:cTn>
                                        <p:tgtEl>
                                          <p:spTgt spid="13">
                                            <p:txEl>
                                              <p:pRg st="4" end="4"/>
                                            </p:txEl>
                                          </p:spTgt>
                                        </p:tgtEl>
                                        <p:attrNameLst>
                                          <p:attrName>style.visibility</p:attrName>
                                        </p:attrNameLst>
                                      </p:cBhvr>
                                      <p:to>
                                        <p:strVal val="visible"/>
                                      </p:to>
                                    </p:set>
                                    <p:animEffect transition="in" filter="fade">
                                      <p:cBhvr>
                                        <p:cTn id="99" dur="500"/>
                                        <p:tgtEl>
                                          <p:spTgt spid="13">
                                            <p:txEl>
                                              <p:pRg st="4" end="4"/>
                                            </p:txEl>
                                          </p:spTgt>
                                        </p:tgtEl>
                                      </p:cBhvr>
                                    </p:animEffect>
                                  </p:childTnLst>
                                </p:cTn>
                              </p:par>
                              <p:par>
                                <p:cTn id="100" presetID="10" presetClass="entr" presetSubtype="0" fill="hold" nodeType="withEffect">
                                  <p:stCondLst>
                                    <p:cond delay="500"/>
                                  </p:stCondLst>
                                  <p:childTnLst>
                                    <p:set>
                                      <p:cBhvr>
                                        <p:cTn id="101" dur="1" fill="hold">
                                          <p:stCondLst>
                                            <p:cond delay="0"/>
                                          </p:stCondLst>
                                        </p:cTn>
                                        <p:tgtEl>
                                          <p:spTgt spid="42"/>
                                        </p:tgtEl>
                                        <p:attrNameLst>
                                          <p:attrName>style.visibility</p:attrName>
                                        </p:attrNameLst>
                                      </p:cBhvr>
                                      <p:to>
                                        <p:strVal val="visible"/>
                                      </p:to>
                                    </p:set>
                                    <p:animEffect transition="in" filter="fade">
                                      <p:cBhvr>
                                        <p:cTn id="102" dur="500"/>
                                        <p:tgtEl>
                                          <p:spTgt spid="42"/>
                                        </p:tgtEl>
                                      </p:cBhvr>
                                    </p:animEffect>
                                  </p:childTnLst>
                                </p:cTn>
                              </p:par>
                              <p:par>
                                <p:cTn id="103" presetID="10" presetClass="entr" presetSubtype="0" fill="hold" nodeType="withEffect">
                                  <p:stCondLst>
                                    <p:cond delay="750"/>
                                  </p:stCondLst>
                                  <p:childTnLst>
                                    <p:set>
                                      <p:cBhvr>
                                        <p:cTn id="104" dur="1" fill="hold">
                                          <p:stCondLst>
                                            <p:cond delay="0"/>
                                          </p:stCondLst>
                                        </p:cTn>
                                        <p:tgtEl>
                                          <p:spTgt spid="5"/>
                                        </p:tgtEl>
                                        <p:attrNameLst>
                                          <p:attrName>style.visibility</p:attrName>
                                        </p:attrNameLst>
                                      </p:cBhvr>
                                      <p:to>
                                        <p:strVal val="visible"/>
                                      </p:to>
                                    </p:set>
                                    <p:animEffect transition="in" filter="fade">
                                      <p:cBhvr>
                                        <p:cTn id="10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allAtOnce" animBg="1"/>
      <p:bldP spid="15" grpId="0" animBg="1"/>
      <p:bldP spid="17" grpId="0" animBg="1"/>
      <p:bldP spid="18" grpId="0" uiExpand="1" animBg="1"/>
      <p:bldP spid="19" grpId="0" uiExpand="1" animBg="1"/>
      <p:bldP spid="45" grpId="0" uiExpand="1" build="allAtOnce"/>
      <p:bldP spid="47" grpId="0" uiExpand="1" build="allAtOnce"/>
      <p:bldP spid="49" grpId="0" uiExpand="1" build="allAtOnce"/>
      <p:bldP spid="51" grpId="0" uiExpand="1" build="allAtOnce"/>
      <p:bldP spid="5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14" name="TextBox 13">
            <a:extLst>
              <a:ext uri="{FF2B5EF4-FFF2-40B4-BE49-F238E27FC236}">
                <a16:creationId xmlns:a16="http://schemas.microsoft.com/office/drawing/2014/main" id="{3754D631-44C4-6BF3-28E5-D738D28D8D8C}"/>
              </a:ext>
            </a:extLst>
          </p:cNvPr>
          <p:cNvSpPr txBox="1"/>
          <p:nvPr/>
        </p:nvSpPr>
        <p:spPr>
          <a:xfrm>
            <a:off x="1043699" y="1872913"/>
            <a:ext cx="1482528" cy="307777"/>
          </a:xfrm>
          <a:prstGeom prst="rect">
            <a:avLst/>
          </a:prstGeom>
          <a:noFill/>
        </p:spPr>
        <p:txBody>
          <a:bodyPr wrap="square">
            <a:spAutoFit/>
          </a:bodyPr>
          <a:lstStyle/>
          <a:p>
            <a:pPr marL="152400" algn="ctr">
              <a:spcBef>
                <a:spcPts val="1000"/>
              </a:spcBef>
              <a:buSzPts val="1200"/>
            </a:pPr>
            <a:r>
              <a:rPr lang="en-GB" sz="1400" dirty="0">
                <a:solidFill>
                  <a:schemeClr val="bg2">
                    <a:lumMod val="25000"/>
                  </a:schemeClr>
                </a:solidFill>
                <a:latin typeface="EB Garamond SemiBold" panose="00000700000000000000" pitchFamily="2" charset="0"/>
                <a:ea typeface="EB Garamond SemiBold" panose="00000700000000000000" pitchFamily="2" charset="0"/>
              </a:rPr>
              <a:t>OCR and ASR</a:t>
            </a:r>
          </a:p>
        </p:txBody>
      </p:sp>
      <p:sp>
        <p:nvSpPr>
          <p:cNvPr id="15" name="TextBox 14">
            <a:extLst>
              <a:ext uri="{FF2B5EF4-FFF2-40B4-BE49-F238E27FC236}">
                <a16:creationId xmlns:a16="http://schemas.microsoft.com/office/drawing/2014/main" id="{14E77486-7DD5-B753-8B6D-E4CE98203333}"/>
              </a:ext>
            </a:extLst>
          </p:cNvPr>
          <p:cNvSpPr txBox="1"/>
          <p:nvPr/>
        </p:nvSpPr>
        <p:spPr>
          <a:xfrm>
            <a:off x="4504876" y="1872913"/>
            <a:ext cx="808388" cy="307777"/>
          </a:xfrm>
          <a:prstGeom prst="rect">
            <a:avLst/>
          </a:prstGeom>
          <a:noFill/>
        </p:spPr>
        <p:txBody>
          <a:bodyPr wrap="square">
            <a:spAutoFit/>
          </a:bodyPr>
          <a:lstStyle/>
          <a:p>
            <a:pPr marL="152400" algn="ctr">
              <a:spcBef>
                <a:spcPts val="1000"/>
              </a:spcBef>
              <a:buSzPts val="1200"/>
            </a:pPr>
            <a:r>
              <a:rPr lang="en-GB" sz="1400" dirty="0">
                <a:solidFill>
                  <a:schemeClr val="bg2">
                    <a:lumMod val="25000"/>
                  </a:schemeClr>
                </a:solidFill>
                <a:latin typeface="EB Garamond SemiBold" panose="00000700000000000000" pitchFamily="2" charset="0"/>
                <a:ea typeface="EB Garamond SemiBold" panose="00000700000000000000" pitchFamily="2" charset="0"/>
              </a:rPr>
              <a:t>NLP</a:t>
            </a:r>
          </a:p>
        </p:txBody>
      </p:sp>
      <p:sp>
        <p:nvSpPr>
          <p:cNvPr id="16" name="TextBox 15">
            <a:extLst>
              <a:ext uri="{FF2B5EF4-FFF2-40B4-BE49-F238E27FC236}">
                <a16:creationId xmlns:a16="http://schemas.microsoft.com/office/drawing/2014/main" id="{603DD948-EAA8-F5F3-1991-5DB3B208A30B}"/>
              </a:ext>
            </a:extLst>
          </p:cNvPr>
          <p:cNvSpPr txBox="1"/>
          <p:nvPr/>
        </p:nvSpPr>
        <p:spPr>
          <a:xfrm>
            <a:off x="1111162" y="3172352"/>
            <a:ext cx="673801" cy="307777"/>
          </a:xfrm>
          <a:prstGeom prst="rect">
            <a:avLst/>
          </a:prstGeom>
          <a:noFill/>
        </p:spPr>
        <p:txBody>
          <a:bodyPr wrap="square">
            <a:spAutoFit/>
          </a:bodyPr>
          <a:lstStyle/>
          <a:p>
            <a:pPr marL="152400" algn="ctr">
              <a:spcBef>
                <a:spcPts val="1000"/>
              </a:spcBef>
              <a:buSzPts val="1200"/>
            </a:pPr>
            <a:r>
              <a:rPr lang="en-GB" sz="1400" dirty="0">
                <a:solidFill>
                  <a:schemeClr val="bg2">
                    <a:lumMod val="25000"/>
                  </a:schemeClr>
                </a:solidFill>
                <a:latin typeface="EB Garamond SemiBold" panose="00000700000000000000" pitchFamily="2" charset="0"/>
                <a:ea typeface="EB Garamond SemiBold" panose="00000700000000000000" pitchFamily="2" charset="0"/>
              </a:rPr>
              <a:t>TTS</a:t>
            </a:r>
          </a:p>
        </p:txBody>
      </p:sp>
      <p:sp>
        <p:nvSpPr>
          <p:cNvPr id="17" name="TextBox 16">
            <a:extLst>
              <a:ext uri="{FF2B5EF4-FFF2-40B4-BE49-F238E27FC236}">
                <a16:creationId xmlns:a16="http://schemas.microsoft.com/office/drawing/2014/main" id="{244FF88E-6DE9-AB92-E38E-4A2A5D14CA51}"/>
              </a:ext>
            </a:extLst>
          </p:cNvPr>
          <p:cNvSpPr txBox="1"/>
          <p:nvPr/>
        </p:nvSpPr>
        <p:spPr>
          <a:xfrm>
            <a:off x="4504875" y="3168180"/>
            <a:ext cx="1482528" cy="307777"/>
          </a:xfrm>
          <a:prstGeom prst="rect">
            <a:avLst/>
          </a:prstGeom>
          <a:noFill/>
        </p:spPr>
        <p:txBody>
          <a:bodyPr wrap="square">
            <a:spAutoFit/>
          </a:bodyPr>
          <a:lstStyle/>
          <a:p>
            <a:pPr marL="152400" algn="ctr">
              <a:spcBef>
                <a:spcPts val="1000"/>
              </a:spcBef>
              <a:buSzPts val="1200"/>
            </a:pPr>
            <a:r>
              <a:rPr lang="en-GB" sz="1400" dirty="0">
                <a:solidFill>
                  <a:schemeClr val="bg2">
                    <a:lumMod val="25000"/>
                  </a:schemeClr>
                </a:solidFill>
                <a:latin typeface="EB Garamond SemiBold" panose="00000700000000000000" pitchFamily="2" charset="0"/>
                <a:ea typeface="EB Garamond SemiBold" panose="00000700000000000000" pitchFamily="2" charset="0"/>
              </a:rPr>
              <a:t>Final Output</a:t>
            </a:r>
          </a:p>
        </p:txBody>
      </p:sp>
      <p:pic>
        <p:nvPicPr>
          <p:cNvPr id="4" name="Picture 3">
            <a:extLst>
              <a:ext uri="{FF2B5EF4-FFF2-40B4-BE49-F238E27FC236}">
                <a16:creationId xmlns:a16="http://schemas.microsoft.com/office/drawing/2014/main" id="{088929CB-0754-9BDD-CA4C-09169F8E858B}"/>
              </a:ext>
            </a:extLst>
          </p:cNvPr>
          <p:cNvPicPr>
            <a:picLocks noChangeAspect="1"/>
          </p:cNvPicPr>
          <p:nvPr/>
        </p:nvPicPr>
        <p:blipFill>
          <a:blip r:embed="rId3"/>
          <a:stretch>
            <a:fillRect/>
          </a:stretch>
        </p:blipFill>
        <p:spPr>
          <a:xfrm>
            <a:off x="1707201" y="2180690"/>
            <a:ext cx="819025" cy="827832"/>
          </a:xfrm>
          <a:prstGeom prst="rect">
            <a:avLst/>
          </a:prstGeom>
        </p:spPr>
      </p:pic>
      <p:pic>
        <p:nvPicPr>
          <p:cNvPr id="8" name="Picture 7">
            <a:extLst>
              <a:ext uri="{FF2B5EF4-FFF2-40B4-BE49-F238E27FC236}">
                <a16:creationId xmlns:a16="http://schemas.microsoft.com/office/drawing/2014/main" id="{524FD0BB-C754-6F02-33EE-93234ED53021}"/>
              </a:ext>
            </a:extLst>
          </p:cNvPr>
          <p:cNvPicPr>
            <a:picLocks noChangeAspect="1"/>
          </p:cNvPicPr>
          <p:nvPr/>
        </p:nvPicPr>
        <p:blipFill>
          <a:blip r:embed="rId4"/>
          <a:stretch>
            <a:fillRect/>
          </a:stretch>
        </p:blipFill>
        <p:spPr>
          <a:xfrm>
            <a:off x="5106448" y="2196558"/>
            <a:ext cx="808387" cy="811964"/>
          </a:xfrm>
          <a:prstGeom prst="rect">
            <a:avLst/>
          </a:prstGeom>
        </p:spPr>
      </p:pic>
      <p:pic>
        <p:nvPicPr>
          <p:cNvPr id="13" name="Picture 12">
            <a:extLst>
              <a:ext uri="{FF2B5EF4-FFF2-40B4-BE49-F238E27FC236}">
                <a16:creationId xmlns:a16="http://schemas.microsoft.com/office/drawing/2014/main" id="{E24D858A-A024-9021-0091-73A99A7B9D73}"/>
              </a:ext>
            </a:extLst>
          </p:cNvPr>
          <p:cNvPicPr>
            <a:picLocks noChangeAspect="1"/>
          </p:cNvPicPr>
          <p:nvPr/>
        </p:nvPicPr>
        <p:blipFill>
          <a:blip r:embed="rId5"/>
          <a:stretch>
            <a:fillRect/>
          </a:stretch>
        </p:blipFill>
        <p:spPr>
          <a:xfrm>
            <a:off x="2276808" y="3921252"/>
            <a:ext cx="681630" cy="684574"/>
          </a:xfrm>
          <a:prstGeom prst="rect">
            <a:avLst/>
          </a:prstGeom>
        </p:spPr>
      </p:pic>
      <p:pic>
        <p:nvPicPr>
          <p:cNvPr id="19" name="Picture 18">
            <a:extLst>
              <a:ext uri="{FF2B5EF4-FFF2-40B4-BE49-F238E27FC236}">
                <a16:creationId xmlns:a16="http://schemas.microsoft.com/office/drawing/2014/main" id="{ED715A41-C830-A8DE-EBA0-B2DC03194EDD}"/>
              </a:ext>
            </a:extLst>
          </p:cNvPr>
          <p:cNvPicPr>
            <a:picLocks noChangeAspect="1"/>
          </p:cNvPicPr>
          <p:nvPr/>
        </p:nvPicPr>
        <p:blipFill>
          <a:blip r:embed="rId6"/>
          <a:stretch>
            <a:fillRect/>
          </a:stretch>
        </p:blipFill>
        <p:spPr>
          <a:xfrm>
            <a:off x="1485824" y="3475957"/>
            <a:ext cx="790984" cy="787582"/>
          </a:xfrm>
          <a:prstGeom prst="rect">
            <a:avLst/>
          </a:prstGeom>
        </p:spPr>
      </p:pic>
      <p:pic>
        <p:nvPicPr>
          <p:cNvPr id="22" name="Picture 21">
            <a:extLst>
              <a:ext uri="{FF2B5EF4-FFF2-40B4-BE49-F238E27FC236}">
                <a16:creationId xmlns:a16="http://schemas.microsoft.com/office/drawing/2014/main" id="{F4629DBE-477E-E04F-5AB1-17D6C1D90323}"/>
              </a:ext>
            </a:extLst>
          </p:cNvPr>
          <p:cNvPicPr>
            <a:picLocks noChangeAspect="1"/>
          </p:cNvPicPr>
          <p:nvPr/>
        </p:nvPicPr>
        <p:blipFill>
          <a:blip r:embed="rId7"/>
          <a:stretch>
            <a:fillRect/>
          </a:stretch>
        </p:blipFill>
        <p:spPr>
          <a:xfrm>
            <a:off x="4960461" y="3478890"/>
            <a:ext cx="1100362" cy="1102770"/>
          </a:xfrm>
          <a:prstGeom prst="rect">
            <a:avLst/>
          </a:prstGeom>
        </p:spPr>
      </p:pic>
      <p:sp>
        <p:nvSpPr>
          <p:cNvPr id="26" name="Title 25">
            <a:extLst>
              <a:ext uri="{FF2B5EF4-FFF2-40B4-BE49-F238E27FC236}">
                <a16:creationId xmlns:a16="http://schemas.microsoft.com/office/drawing/2014/main" id="{16B38B01-A08A-DD05-8F5D-8BE318FE5FF8}"/>
              </a:ext>
            </a:extLst>
          </p:cNvPr>
          <p:cNvSpPr>
            <a:spLocks noGrp="1"/>
          </p:cNvSpPr>
          <p:nvPr>
            <p:ph type="title"/>
          </p:nvPr>
        </p:nvSpPr>
        <p:spPr>
          <a:xfrm>
            <a:off x="1108461" y="1075904"/>
            <a:ext cx="7704000" cy="572700"/>
          </a:xfrm>
        </p:spPr>
        <p:txBody>
          <a:bodyPr/>
          <a:lstStyle/>
          <a:p>
            <a:r>
              <a:rPr lang="en-US" sz="3200" dirty="0"/>
              <a:t>Evaluation Plan</a:t>
            </a:r>
            <a:endParaRPr lang="en-ZA" dirty="0"/>
          </a:p>
        </p:txBody>
      </p:sp>
      <p:sp>
        <p:nvSpPr>
          <p:cNvPr id="28" name="TextBox 27">
            <a:extLst>
              <a:ext uri="{FF2B5EF4-FFF2-40B4-BE49-F238E27FC236}">
                <a16:creationId xmlns:a16="http://schemas.microsoft.com/office/drawing/2014/main" id="{774C7589-496A-95C9-3200-028027BE0E70}"/>
              </a:ext>
            </a:extLst>
          </p:cNvPr>
          <p:cNvSpPr txBox="1"/>
          <p:nvPr/>
        </p:nvSpPr>
        <p:spPr>
          <a:xfrm>
            <a:off x="7044513" y="4459815"/>
            <a:ext cx="1630800" cy="215444"/>
          </a:xfrm>
          <a:prstGeom prst="rect">
            <a:avLst/>
          </a:prstGeom>
          <a:solidFill>
            <a:schemeClr val="tx1">
              <a:lumMod val="20000"/>
              <a:lumOff val="80000"/>
            </a:schemeClr>
          </a:solidFill>
          <a:effectLst>
            <a:softEdge rad="38100"/>
          </a:effectLst>
        </p:spPr>
        <p:txBody>
          <a:bodyPr wrap="square" rtlCol="0">
            <a:spAutoFit/>
          </a:bodyPr>
          <a:lstStyle/>
          <a:p>
            <a:pPr algn="ctr"/>
            <a:r>
              <a:rPr lang="en-US" sz="800" i="1" dirty="0">
                <a:solidFill>
                  <a:schemeClr val="accent1">
                    <a:lumMod val="75000"/>
                  </a:schemeClr>
                </a:solidFill>
                <a:latin typeface="Alegreya Sans Medium" panose="020B0604020202020204" charset="0"/>
              </a:rPr>
              <a:t>Icons: </a:t>
            </a:r>
            <a:r>
              <a:rPr lang="en-US" sz="800" i="1" dirty="0">
                <a:solidFill>
                  <a:schemeClr val="accent1">
                    <a:lumMod val="75000"/>
                  </a:schemeClr>
                </a:solidFill>
                <a:latin typeface="Alegreya Sans Medium" panose="020B0604020202020204" charset="0"/>
                <a:hlinkClick r:id="rId8"/>
              </a:rPr>
              <a:t>www.freepik.com</a:t>
            </a:r>
            <a:r>
              <a:rPr lang="en-US" sz="800" i="1" dirty="0">
                <a:solidFill>
                  <a:schemeClr val="accent1">
                    <a:lumMod val="75000"/>
                  </a:schemeClr>
                </a:solidFill>
                <a:latin typeface="Alegreya Sans Medium" panose="020B0604020202020204" charset="0"/>
              </a:rPr>
              <a:t> (free license</a:t>
            </a:r>
            <a:r>
              <a:rPr lang="en-US" sz="800" dirty="0">
                <a:solidFill>
                  <a:schemeClr val="accent1">
                    <a:lumMod val="75000"/>
                  </a:schemeClr>
                </a:solidFill>
                <a:latin typeface="Alegreya Sans Medium" panose="020B060402020202020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10" presetClass="entr" presetSubtype="0" fill="hold" nodeType="withEffect">
                                  <p:stCondLst>
                                    <p:cond delay="2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fill="hold" nodeType="withEffect">
                                  <p:stCondLst>
                                    <p:cond delay="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10" presetClass="entr" presetSubtype="0" fill="hold" nodeType="withEffect">
                                  <p:stCondLst>
                                    <p:cond delay="25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nodeType="withEffect">
                                  <p:stCondLst>
                                    <p:cond delay="50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par>
                                <p:cTn id="40" presetID="10" presetClass="entr" presetSubtype="0" fill="hold" nodeType="withEffect">
                                  <p:stCondLst>
                                    <p:cond delay="25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36"/>
          <p:cNvSpPr txBox="1">
            <a:spLocks noGrp="1"/>
          </p:cNvSpPr>
          <p:nvPr>
            <p:ph type="title"/>
          </p:nvPr>
        </p:nvSpPr>
        <p:spPr>
          <a:xfrm>
            <a:off x="1694650" y="1722563"/>
            <a:ext cx="5754600" cy="108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000" dirty="0"/>
              <a:t>Less time reading, more time understanding</a:t>
            </a:r>
            <a:endParaRPr sz="4000" dirty="0"/>
          </a:p>
        </p:txBody>
      </p:sp>
      <p:sp>
        <p:nvSpPr>
          <p:cNvPr id="6" name="Rectangle: Rounded Corners 5">
            <a:extLst>
              <a:ext uri="{FF2B5EF4-FFF2-40B4-BE49-F238E27FC236}">
                <a16:creationId xmlns:a16="http://schemas.microsoft.com/office/drawing/2014/main" id="{4AB519BA-B4C9-8DD3-8D10-A7E7CE57FA28}"/>
              </a:ext>
            </a:extLst>
          </p:cNvPr>
          <p:cNvSpPr/>
          <p:nvPr/>
        </p:nvSpPr>
        <p:spPr>
          <a:xfrm>
            <a:off x="3756550" y="2979746"/>
            <a:ext cx="1630800" cy="1618568"/>
          </a:xfrm>
          <a:prstGeom prst="roundRect">
            <a:avLst>
              <a:gd name="adj" fmla="val 8854"/>
            </a:avLst>
          </a:prstGeom>
          <a:blipFill>
            <a:blip r:embed="rId3"/>
            <a:stretch>
              <a:fillRect/>
            </a:stretch>
          </a:blipFill>
          <a:ln>
            <a:noFill/>
          </a:ln>
          <a:effectLst>
            <a:softEdge rad="889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9" name="TextBox 8">
            <a:extLst>
              <a:ext uri="{FF2B5EF4-FFF2-40B4-BE49-F238E27FC236}">
                <a16:creationId xmlns:a16="http://schemas.microsoft.com/office/drawing/2014/main" id="{F41512F9-EF70-EEC5-42F1-9827C5BD1740}"/>
              </a:ext>
            </a:extLst>
          </p:cNvPr>
          <p:cNvSpPr txBox="1"/>
          <p:nvPr/>
        </p:nvSpPr>
        <p:spPr>
          <a:xfrm>
            <a:off x="7044513" y="4459815"/>
            <a:ext cx="1630800" cy="215444"/>
          </a:xfrm>
          <a:prstGeom prst="rect">
            <a:avLst/>
          </a:prstGeom>
          <a:solidFill>
            <a:schemeClr val="tx1">
              <a:lumMod val="20000"/>
              <a:lumOff val="80000"/>
            </a:schemeClr>
          </a:solidFill>
          <a:effectLst>
            <a:softEdge rad="38100"/>
          </a:effectLst>
        </p:spPr>
        <p:txBody>
          <a:bodyPr wrap="square" rtlCol="0">
            <a:spAutoFit/>
          </a:bodyPr>
          <a:lstStyle/>
          <a:p>
            <a:pPr algn="ctr"/>
            <a:r>
              <a:rPr lang="en-US" sz="800" i="1" dirty="0">
                <a:solidFill>
                  <a:schemeClr val="accent1">
                    <a:lumMod val="75000"/>
                  </a:schemeClr>
                </a:solidFill>
                <a:latin typeface="Alegreya Sans Medium" panose="020B0604020202020204" charset="0"/>
              </a:rPr>
              <a:t>Vector: </a:t>
            </a:r>
            <a:r>
              <a:rPr lang="en-US" sz="800" i="1" dirty="0">
                <a:solidFill>
                  <a:schemeClr val="accent1">
                    <a:lumMod val="75000"/>
                  </a:schemeClr>
                </a:solidFill>
                <a:latin typeface="Alegreya Sans Medium" panose="020B0604020202020204" charset="0"/>
                <a:hlinkClick r:id="rId4"/>
              </a:rPr>
              <a:t>www.freepik.com</a:t>
            </a:r>
            <a:r>
              <a:rPr lang="en-US" sz="800" i="1" dirty="0">
                <a:solidFill>
                  <a:schemeClr val="accent1">
                    <a:lumMod val="75000"/>
                  </a:schemeClr>
                </a:solidFill>
                <a:latin typeface="Alegreya Sans Medium" panose="020B0604020202020204" charset="0"/>
              </a:rPr>
              <a:t> (free license</a:t>
            </a:r>
            <a:r>
              <a:rPr lang="en-US" sz="800" dirty="0">
                <a:solidFill>
                  <a:schemeClr val="accent1">
                    <a:lumMod val="75000"/>
                  </a:schemeClr>
                </a:solidFill>
                <a:latin typeface="Alegreya Sans Medium" panose="020B060402020202020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42" presetClass="entr" presetSubtype="0" fill="hold" grpId="0" nodeType="withEffect">
                                  <p:stCondLst>
                                    <p:cond delay="500"/>
                                  </p:stCondLst>
                                  <p:childTnLst>
                                    <p:set>
                                      <p:cBhvr>
                                        <p:cTn id="9" dur="1" fill="hold">
                                          <p:stCondLst>
                                            <p:cond delay="0"/>
                                          </p:stCondLst>
                                        </p:cTn>
                                        <p:tgtEl>
                                          <p:spTgt spid="399"/>
                                        </p:tgtEl>
                                        <p:attrNameLst>
                                          <p:attrName>style.visibility</p:attrName>
                                        </p:attrNameLst>
                                      </p:cBhvr>
                                      <p:to>
                                        <p:strVal val="visible"/>
                                      </p:to>
                                    </p:set>
                                    <p:animEffect transition="in" filter="fade">
                                      <p:cBhvr>
                                        <p:cTn id="10" dur="1000"/>
                                        <p:tgtEl>
                                          <p:spTgt spid="399"/>
                                        </p:tgtEl>
                                      </p:cBhvr>
                                    </p:animEffect>
                                    <p:anim calcmode="lin" valueType="num">
                                      <p:cBhvr>
                                        <p:cTn id="11" dur="1000" fill="hold"/>
                                        <p:tgtEl>
                                          <p:spTgt spid="399"/>
                                        </p:tgtEl>
                                        <p:attrNameLst>
                                          <p:attrName>ppt_x</p:attrName>
                                        </p:attrNameLst>
                                      </p:cBhvr>
                                      <p:tavLst>
                                        <p:tav tm="0">
                                          <p:val>
                                            <p:strVal val="#ppt_x"/>
                                          </p:val>
                                        </p:tav>
                                        <p:tav tm="100000">
                                          <p:val>
                                            <p:strVal val="#ppt_x"/>
                                          </p:val>
                                        </p:tav>
                                      </p:tavLst>
                                    </p:anim>
                                    <p:anim calcmode="lin" valueType="num">
                                      <p:cBhvr>
                                        <p:cTn id="12" dur="1000" fill="hold"/>
                                        <p:tgtEl>
                                          <p:spTgt spid="399"/>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 grpId="0"/>
      <p:bldP spid="6"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46"/>
          <p:cNvSpPr txBox="1">
            <a:spLocks noGrp="1"/>
          </p:cNvSpPr>
          <p:nvPr>
            <p:ph type="title"/>
          </p:nvPr>
        </p:nvSpPr>
        <p:spPr>
          <a:xfrm>
            <a:off x="1794886" y="468241"/>
            <a:ext cx="5554228" cy="770009"/>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000" dirty="0"/>
              <a:t>Visual References</a:t>
            </a:r>
            <a:endParaRPr sz="4000" dirty="0"/>
          </a:p>
        </p:txBody>
      </p:sp>
      <p:sp>
        <p:nvSpPr>
          <p:cNvPr id="2" name="TextBox 1">
            <a:extLst>
              <a:ext uri="{FF2B5EF4-FFF2-40B4-BE49-F238E27FC236}">
                <a16:creationId xmlns:a16="http://schemas.microsoft.com/office/drawing/2014/main" id="{91163EEF-D85A-4CB5-3A93-91F7D552C35D}"/>
              </a:ext>
            </a:extLst>
          </p:cNvPr>
          <p:cNvSpPr txBox="1"/>
          <p:nvPr/>
        </p:nvSpPr>
        <p:spPr>
          <a:xfrm>
            <a:off x="2508078" y="1238250"/>
            <a:ext cx="4127837" cy="1569660"/>
          </a:xfrm>
          <a:prstGeom prst="rect">
            <a:avLst/>
          </a:prstGeom>
          <a:noFill/>
        </p:spPr>
        <p:txBody>
          <a:bodyPr wrap="square" rtlCol="0">
            <a:spAutoFit/>
          </a:bodyPr>
          <a:lstStyle/>
          <a:p>
            <a:r>
              <a:rPr lang="en-GB" sz="800" dirty="0">
                <a:solidFill>
                  <a:schemeClr val="tx2">
                    <a:lumMod val="75000"/>
                  </a:schemeClr>
                </a:solidFill>
                <a:latin typeface="Alegreya Sans Medium" panose="020B0604020202020204" charset="0"/>
                <a:ea typeface="EB Garamond SemiBold" panose="00000700000000000000" pitchFamily="2" charset="0"/>
              </a:rPr>
              <a:t>Icons @ </a:t>
            </a:r>
            <a:r>
              <a:rPr lang="en-GB" sz="800" dirty="0">
                <a:solidFill>
                  <a:schemeClr val="tx2">
                    <a:lumMod val="75000"/>
                  </a:schemeClr>
                </a:solidFill>
                <a:latin typeface="Alegreya Sans Medium" panose="020B0604020202020204" charset="0"/>
                <a:ea typeface="EB Garamond SemiBold" panose="00000700000000000000" pitchFamily="2" charset="0"/>
                <a:hlinkClick r:id="rId3">
                  <a:extLst>
                    <a:ext uri="{A12FA001-AC4F-418D-AE19-62706E023703}">
                      <ahyp:hlinkClr xmlns:ahyp="http://schemas.microsoft.com/office/drawing/2018/hyperlinkcolor" val="tx"/>
                    </a:ext>
                  </a:extLst>
                </a:hlinkClick>
              </a:rPr>
              <a:t>www.freepik.com</a:t>
            </a:r>
            <a:r>
              <a:rPr lang="en-GB" sz="800" dirty="0">
                <a:solidFill>
                  <a:schemeClr val="tx2">
                    <a:lumMod val="75000"/>
                  </a:schemeClr>
                </a:solidFill>
                <a:latin typeface="Alegreya Sans Medium" panose="020B0604020202020204" charset="0"/>
                <a:ea typeface="EB Garamond SemiBold" panose="00000700000000000000" pitchFamily="2" charset="0"/>
              </a:rPr>
              <a:t> </a:t>
            </a:r>
            <a:br>
              <a:rPr lang="en-GB" sz="800" dirty="0">
                <a:solidFill>
                  <a:schemeClr val="tx2">
                    <a:lumMod val="75000"/>
                  </a:schemeClr>
                </a:solidFill>
                <a:latin typeface="Alegreya Sans Medium" panose="020B0604020202020204" charset="0"/>
                <a:ea typeface="EB Garamond SemiBold" panose="00000700000000000000" pitchFamily="2" charset="0"/>
              </a:rPr>
            </a:br>
            <a:r>
              <a:rPr lang="en-GB" sz="800" dirty="0">
                <a:solidFill>
                  <a:schemeClr val="tx2">
                    <a:lumMod val="75000"/>
                  </a:schemeClr>
                </a:solidFill>
                <a:latin typeface="Alegreya Sans Medium" panose="020B0604020202020204" charset="0"/>
                <a:ea typeface="EB Garamond SemiBold" panose="00000700000000000000" pitchFamily="2" charset="0"/>
              </a:rPr>
              <a:t>    </a:t>
            </a:r>
            <a:r>
              <a:rPr lang="en-GB" sz="800" i="1" dirty="0">
                <a:solidFill>
                  <a:schemeClr val="tx2">
                    <a:lumMod val="75000"/>
                  </a:schemeClr>
                </a:solidFill>
                <a:latin typeface="Alegreya Sans Medium" panose="020B0604020202020204" charset="0"/>
                <a:ea typeface="EB Garamond SemiBold" panose="00000700000000000000" pitchFamily="2" charset="0"/>
              </a:rPr>
              <a:t>picture, digital waveform, text, light bulb, speech bubble with waveform, clock, dashboard, cross, check, brain, bandage, slanted T, loading, text list, good audio, python logo, speech bubble with text, volume, accurate text, valid insights,  good waveform, latency, interpretability, image references, academic references</a:t>
            </a:r>
          </a:p>
          <a:p>
            <a:endParaRPr lang="en-GB" sz="800" i="1" dirty="0">
              <a:solidFill>
                <a:schemeClr val="tx2">
                  <a:lumMod val="75000"/>
                </a:schemeClr>
              </a:solidFill>
              <a:latin typeface="Alegreya Sans Medium" panose="020B0604020202020204" charset="0"/>
              <a:ea typeface="EB Garamond SemiBold" panose="00000700000000000000" pitchFamily="2" charset="0"/>
            </a:endParaRPr>
          </a:p>
          <a:p>
            <a:r>
              <a:rPr lang="en-US" sz="800" dirty="0">
                <a:solidFill>
                  <a:schemeClr val="tx2">
                    <a:lumMod val="75000"/>
                  </a:schemeClr>
                </a:solidFill>
                <a:latin typeface="Alegreya Sans Medium" panose="020B0604020202020204" charset="0"/>
                <a:ea typeface="EB Garamond SemiBold" panose="00000700000000000000" pitchFamily="2" charset="0"/>
              </a:rPr>
              <a:t>Vectors @ </a:t>
            </a:r>
            <a:r>
              <a:rPr lang="en-US" sz="800" dirty="0">
                <a:solidFill>
                  <a:schemeClr val="tx2">
                    <a:lumMod val="75000"/>
                  </a:schemeClr>
                </a:solidFill>
                <a:latin typeface="Alegreya Sans Medium" panose="020B0604020202020204" charset="0"/>
                <a:ea typeface="EB Garamond SemiBold" panose="00000700000000000000" pitchFamily="2" charset="0"/>
                <a:hlinkClick r:id="rId3">
                  <a:extLst>
                    <a:ext uri="{A12FA001-AC4F-418D-AE19-62706E023703}">
                      <ahyp:hlinkClr xmlns:ahyp="http://schemas.microsoft.com/office/drawing/2018/hyperlinkcolor" val="tx"/>
                    </a:ext>
                  </a:extLst>
                </a:hlinkClick>
              </a:rPr>
              <a:t>www.freepik.com</a:t>
            </a:r>
            <a:br>
              <a:rPr lang="en-US" sz="800" dirty="0">
                <a:solidFill>
                  <a:schemeClr val="tx2">
                    <a:lumMod val="75000"/>
                  </a:schemeClr>
                </a:solidFill>
                <a:latin typeface="Alegreya Sans Medium" panose="020B0604020202020204" charset="0"/>
                <a:ea typeface="EB Garamond SemiBold" panose="00000700000000000000" pitchFamily="2" charset="0"/>
              </a:rPr>
            </a:br>
            <a:r>
              <a:rPr lang="en-US" sz="800" dirty="0">
                <a:solidFill>
                  <a:schemeClr val="tx2">
                    <a:lumMod val="75000"/>
                  </a:schemeClr>
                </a:solidFill>
                <a:latin typeface="Alegreya Sans Medium" panose="020B0604020202020204" charset="0"/>
                <a:ea typeface="EB Garamond SemiBold" panose="00000700000000000000" pitchFamily="2" charset="0"/>
              </a:rPr>
              <a:t>    </a:t>
            </a:r>
            <a:r>
              <a:rPr lang="en-US" sz="800" i="1" dirty="0">
                <a:solidFill>
                  <a:schemeClr val="tx2">
                    <a:lumMod val="75000"/>
                  </a:schemeClr>
                </a:solidFill>
                <a:latin typeface="Alegreya Sans Medium" panose="020B0604020202020204" charset="0"/>
                <a:ea typeface="EB Garamond SemiBold" panose="00000700000000000000" pitchFamily="2" charset="0"/>
              </a:rPr>
              <a:t>work frustration, person insight, person insight desk</a:t>
            </a:r>
          </a:p>
          <a:p>
            <a:endParaRPr lang="en-US" sz="800" dirty="0">
              <a:solidFill>
                <a:schemeClr val="tx2">
                  <a:lumMod val="75000"/>
                </a:schemeClr>
              </a:solidFill>
              <a:latin typeface="Alegreya Sans Medium" panose="020B0604020202020204" charset="0"/>
              <a:ea typeface="EB Garamond SemiBold" panose="00000700000000000000" pitchFamily="2" charset="0"/>
            </a:endParaRPr>
          </a:p>
          <a:p>
            <a:r>
              <a:rPr lang="en-US" sz="800" dirty="0" err="1">
                <a:solidFill>
                  <a:schemeClr val="tx2">
                    <a:lumMod val="75000"/>
                  </a:schemeClr>
                </a:solidFill>
                <a:latin typeface="Alegreya Sans Medium" panose="020B0604020202020204" charset="0"/>
                <a:ea typeface="EB Garamond SemiBold" panose="00000700000000000000" pitchFamily="2" charset="0"/>
              </a:rPr>
              <a:t>Mindsera</a:t>
            </a:r>
            <a:r>
              <a:rPr lang="en-US" sz="800" dirty="0">
                <a:solidFill>
                  <a:schemeClr val="tx2">
                    <a:lumMod val="75000"/>
                  </a:schemeClr>
                </a:solidFill>
                <a:latin typeface="Alegreya Sans Medium" panose="020B0604020202020204" charset="0"/>
                <a:ea typeface="EB Garamond SemiBold" panose="00000700000000000000" pitchFamily="2" charset="0"/>
              </a:rPr>
              <a:t> logo and screenshot @ </a:t>
            </a:r>
            <a:r>
              <a:rPr lang="en-US" sz="800" dirty="0">
                <a:solidFill>
                  <a:schemeClr val="tx2">
                    <a:lumMod val="75000"/>
                  </a:schemeClr>
                </a:solidFill>
                <a:latin typeface="Alegreya Sans Medium" panose="020B0604020202020204" charset="0"/>
                <a:ea typeface="EB Garamond SemiBold" panose="00000700000000000000" pitchFamily="2" charset="0"/>
                <a:hlinkClick r:id="rId4">
                  <a:extLst>
                    <a:ext uri="{A12FA001-AC4F-418D-AE19-62706E023703}">
                      <ahyp:hlinkClr xmlns:ahyp="http://schemas.microsoft.com/office/drawing/2018/hyperlinkcolor" val="tx"/>
                    </a:ext>
                  </a:extLst>
                </a:hlinkClick>
              </a:rPr>
              <a:t>www.mindsera.com</a:t>
            </a:r>
            <a:endParaRPr lang="en-US" sz="800" dirty="0">
              <a:solidFill>
                <a:schemeClr val="tx2">
                  <a:lumMod val="75000"/>
                </a:schemeClr>
              </a:solidFill>
              <a:latin typeface="Alegreya Sans Medium" panose="020B0604020202020204" charset="0"/>
              <a:ea typeface="EB Garamond SemiBold" panose="00000700000000000000" pitchFamily="2" charset="0"/>
            </a:endParaRPr>
          </a:p>
          <a:p>
            <a:endParaRPr lang="en-US" sz="800" dirty="0">
              <a:solidFill>
                <a:schemeClr val="tx2">
                  <a:lumMod val="75000"/>
                </a:schemeClr>
              </a:solidFill>
              <a:latin typeface="Alegreya Sans Medium" panose="020B0604020202020204" charset="0"/>
              <a:ea typeface="EB Garamond SemiBold" panose="00000700000000000000" pitchFamily="2" charset="0"/>
            </a:endParaRPr>
          </a:p>
          <a:p>
            <a:r>
              <a:rPr lang="en-US" sz="800" dirty="0">
                <a:solidFill>
                  <a:schemeClr val="tx2">
                    <a:lumMod val="75000"/>
                  </a:schemeClr>
                </a:solidFill>
                <a:latin typeface="Alegreya Sans Medium" panose="020B0604020202020204" charset="0"/>
                <a:ea typeface="EB Garamond SemiBold" panose="00000700000000000000" pitchFamily="2" charset="0"/>
              </a:rPr>
              <a:t>Google APIs </a:t>
            </a:r>
            <a:r>
              <a:rPr lang="en-US" sz="800" dirty="0" err="1">
                <a:solidFill>
                  <a:schemeClr val="tx2">
                    <a:lumMod val="75000"/>
                  </a:schemeClr>
                </a:solidFill>
                <a:latin typeface="Alegreya Sans Medium" panose="020B0604020202020204" charset="0"/>
                <a:ea typeface="EB Garamond SemiBold" panose="00000700000000000000" pitchFamily="2" charset="0"/>
              </a:rPr>
              <a:t>MedGemma</a:t>
            </a:r>
            <a:r>
              <a:rPr lang="en-US" sz="800" dirty="0">
                <a:solidFill>
                  <a:schemeClr val="tx2">
                    <a:lumMod val="75000"/>
                  </a:schemeClr>
                </a:solidFill>
                <a:latin typeface="Alegreya Sans Medium" panose="020B0604020202020204" charset="0"/>
                <a:ea typeface="EB Garamond SemiBold" panose="00000700000000000000" pitchFamily="2" charset="0"/>
              </a:rPr>
              <a:t> Overview image @ </a:t>
            </a:r>
            <a:r>
              <a:rPr lang="en-US" sz="800" dirty="0">
                <a:solidFill>
                  <a:schemeClr val="tx2">
                    <a:lumMod val="75000"/>
                  </a:schemeClr>
                </a:solidFill>
                <a:latin typeface="Alegreya Sans Medium" panose="020B0604020202020204" charset="0"/>
                <a:ea typeface="EB Garamond SemiBold" panose="00000700000000000000" pitchFamily="2" charset="0"/>
                <a:hlinkClick r:id="rId5">
                  <a:extLst>
                    <a:ext uri="{A12FA001-AC4F-418D-AE19-62706E023703}">
                      <ahyp:hlinkClr xmlns:ahyp="http://schemas.microsoft.com/office/drawing/2018/hyperlinkcolor" val="tx"/>
                    </a:ext>
                  </a:extLst>
                </a:hlinkClick>
              </a:rPr>
              <a:t>https://research.google/blog/?search=MedGemma</a:t>
            </a:r>
            <a:endParaRPr lang="en-ZA" sz="600" dirty="0">
              <a:solidFill>
                <a:schemeClr val="tx2">
                  <a:lumMod val="75000"/>
                </a:schemeClr>
              </a:solidFill>
            </a:endParaRPr>
          </a:p>
        </p:txBody>
      </p:sp>
      <p:pic>
        <p:nvPicPr>
          <p:cNvPr id="3" name="Google Shape;12859;p67">
            <a:hlinkClick r:id="rId6"/>
            <a:extLst>
              <a:ext uri="{FF2B5EF4-FFF2-40B4-BE49-F238E27FC236}">
                <a16:creationId xmlns:a16="http://schemas.microsoft.com/office/drawing/2014/main" id="{F3E7067E-B57D-6387-0D7C-42A1A79C3996}"/>
              </a:ext>
            </a:extLst>
          </p:cNvPr>
          <p:cNvPicPr preferRelativeResize="0"/>
          <p:nvPr/>
        </p:nvPicPr>
        <p:blipFill>
          <a:blip r:embed="rId7">
            <a:alphaModFix/>
          </a:blip>
          <a:stretch>
            <a:fillRect/>
          </a:stretch>
        </p:blipFill>
        <p:spPr>
          <a:xfrm>
            <a:off x="3907314" y="4266265"/>
            <a:ext cx="1329367" cy="532103"/>
          </a:xfrm>
          <a:prstGeom prst="rect">
            <a:avLst/>
          </a:prstGeom>
          <a:solidFill>
            <a:schemeClr val="tx2">
              <a:alpha val="36000"/>
            </a:schemeClr>
          </a:solidFill>
          <a:ln>
            <a:noFill/>
          </a:ln>
          <a:effectLst>
            <a:outerShdw blurRad="63500" sx="102000" sy="102000" algn="ctr" rotWithShape="0">
              <a:prstClr val="black">
                <a:alpha val="40000"/>
              </a:prstClr>
            </a:outerShdw>
            <a:softEdge rad="76200"/>
          </a:effectLst>
        </p:spPr>
      </p:pic>
      <p:sp>
        <p:nvSpPr>
          <p:cNvPr id="9" name="TextBox 8">
            <a:extLst>
              <a:ext uri="{FF2B5EF4-FFF2-40B4-BE49-F238E27FC236}">
                <a16:creationId xmlns:a16="http://schemas.microsoft.com/office/drawing/2014/main" id="{1A388E87-33D7-B5E7-ECFB-8FDC7BE296E9}"/>
              </a:ext>
            </a:extLst>
          </p:cNvPr>
          <p:cNvSpPr txBox="1"/>
          <p:nvPr/>
        </p:nvSpPr>
        <p:spPr>
          <a:xfrm>
            <a:off x="710387" y="4459815"/>
            <a:ext cx="1547038" cy="215444"/>
          </a:xfrm>
          <a:prstGeom prst="rect">
            <a:avLst/>
          </a:prstGeom>
          <a:solidFill>
            <a:schemeClr val="tx1">
              <a:lumMod val="20000"/>
              <a:lumOff val="80000"/>
            </a:schemeClr>
          </a:solidFill>
          <a:effectLst>
            <a:softEdge rad="38100"/>
          </a:effectLst>
        </p:spPr>
        <p:txBody>
          <a:bodyPr wrap="square" rtlCol="0">
            <a:spAutoFit/>
          </a:bodyPr>
          <a:lstStyle/>
          <a:p>
            <a:pPr algn="ctr"/>
            <a:r>
              <a:rPr lang="en-US" sz="800" i="1" dirty="0">
                <a:solidFill>
                  <a:schemeClr val="accent1">
                    <a:lumMod val="75000"/>
                  </a:schemeClr>
                </a:solidFill>
                <a:latin typeface="Alegreya Sans Medium" panose="020B0604020202020204" charset="0"/>
              </a:rPr>
              <a:t>Icon: </a:t>
            </a:r>
            <a:r>
              <a:rPr lang="en-US" sz="800" i="1" dirty="0">
                <a:solidFill>
                  <a:schemeClr val="accent1">
                    <a:lumMod val="75000"/>
                  </a:schemeClr>
                </a:solidFill>
                <a:latin typeface="Alegreya Sans Medium" panose="020B0604020202020204" charset="0"/>
                <a:hlinkClick r:id="rId3"/>
              </a:rPr>
              <a:t>www.freepik.com</a:t>
            </a:r>
            <a:r>
              <a:rPr lang="en-US" sz="800" i="1" dirty="0">
                <a:solidFill>
                  <a:schemeClr val="accent1">
                    <a:lumMod val="75000"/>
                  </a:schemeClr>
                </a:solidFill>
                <a:latin typeface="Alegreya Sans Medium" panose="020B0604020202020204" charset="0"/>
              </a:rPr>
              <a:t> (free license</a:t>
            </a:r>
            <a:r>
              <a:rPr lang="en-US" sz="800" dirty="0">
                <a:solidFill>
                  <a:schemeClr val="accent1">
                    <a:lumMod val="75000"/>
                  </a:schemeClr>
                </a:solidFill>
                <a:latin typeface="Alegreya Sans Medium" panose="020B0604020202020204" charset="0"/>
              </a:rPr>
              <a:t>)</a:t>
            </a:r>
          </a:p>
        </p:txBody>
      </p:sp>
      <p:pic>
        <p:nvPicPr>
          <p:cNvPr id="12" name="Picture 11">
            <a:extLst>
              <a:ext uri="{FF2B5EF4-FFF2-40B4-BE49-F238E27FC236}">
                <a16:creationId xmlns:a16="http://schemas.microsoft.com/office/drawing/2014/main" id="{5BB6E46D-F864-C368-4535-3EE1D06F9897}"/>
              </a:ext>
            </a:extLst>
          </p:cNvPr>
          <p:cNvPicPr>
            <a:picLocks noChangeAspect="1"/>
          </p:cNvPicPr>
          <p:nvPr/>
        </p:nvPicPr>
        <p:blipFill>
          <a:blip r:embed="rId8"/>
          <a:stretch>
            <a:fillRect/>
          </a:stretch>
        </p:blipFill>
        <p:spPr>
          <a:xfrm rot="613927">
            <a:off x="7143715" y="583977"/>
            <a:ext cx="867779" cy="8715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50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42" presetClass="entr" presetSubtype="0" fill="hold" nodeType="withEffect">
                                  <p:stCondLst>
                                    <p:cond delay="75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fade">
                                      <p:cBhvr>
                                        <p:cTn id="13" dur="1000"/>
                                        <p:tgtEl>
                                          <p:spTgt spid="2">
                                            <p:txEl>
                                              <p:pRg st="0" end="0"/>
                                            </p:txEl>
                                          </p:spTgt>
                                        </p:tgtEl>
                                      </p:cBhvr>
                                    </p:animEffect>
                                    <p:anim calcmode="lin" valueType="num">
                                      <p:cBhvr>
                                        <p:cTn id="14"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1000"/>
                                  </p:stCondLst>
                                  <p:childTnLst>
                                    <p:set>
                                      <p:cBhvr>
                                        <p:cTn id="17" dur="1" fill="hold">
                                          <p:stCondLst>
                                            <p:cond delay="0"/>
                                          </p:stCondLst>
                                        </p:cTn>
                                        <p:tgtEl>
                                          <p:spTgt spid="2">
                                            <p:txEl>
                                              <p:pRg st="2" end="2"/>
                                            </p:txEl>
                                          </p:spTgt>
                                        </p:tgtEl>
                                        <p:attrNameLst>
                                          <p:attrName>style.visibility</p:attrName>
                                        </p:attrNameLst>
                                      </p:cBhvr>
                                      <p:to>
                                        <p:strVal val="visible"/>
                                      </p:to>
                                    </p:set>
                                    <p:animEffect transition="in" filter="fade">
                                      <p:cBhvr>
                                        <p:cTn id="18" dur="1000"/>
                                        <p:tgtEl>
                                          <p:spTgt spid="2">
                                            <p:txEl>
                                              <p:pRg st="2" end="2"/>
                                            </p:txEl>
                                          </p:spTgt>
                                        </p:tgtEl>
                                      </p:cBhvr>
                                    </p:animEffect>
                                    <p:anim calcmode="lin" valueType="num">
                                      <p:cBhvr>
                                        <p:cTn id="1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2">
                                            <p:txEl>
                                              <p:pRg st="2" end="2"/>
                                            </p:txEl>
                                          </p:spTgt>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125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fade">
                                      <p:cBhvr>
                                        <p:cTn id="23" dur="1000"/>
                                        <p:tgtEl>
                                          <p:spTgt spid="2">
                                            <p:txEl>
                                              <p:pRg st="4" end="4"/>
                                            </p:txEl>
                                          </p:spTgt>
                                        </p:tgtEl>
                                      </p:cBhvr>
                                    </p:animEffect>
                                    <p:anim calcmode="lin" valueType="num">
                                      <p:cBhvr>
                                        <p:cTn id="24"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5" dur="1000" fill="hold"/>
                                        <p:tgtEl>
                                          <p:spTgt spid="2">
                                            <p:txEl>
                                              <p:pRg st="4" end="4"/>
                                            </p:txEl>
                                          </p:spTgt>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150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fade">
                                      <p:cBhvr>
                                        <p:cTn id="28" dur="1000"/>
                                        <p:tgtEl>
                                          <p:spTgt spid="2">
                                            <p:txEl>
                                              <p:pRg st="6" end="6"/>
                                            </p:txEl>
                                          </p:spTgt>
                                        </p:tgtEl>
                                      </p:cBhvr>
                                    </p:animEffect>
                                    <p:anim calcmode="lin" valueType="num">
                                      <p:cBhvr>
                                        <p:cTn id="29"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par>
                          <p:cTn id="31" fill="hold">
                            <p:stCondLst>
                              <p:cond delay="2500"/>
                            </p:stCondLst>
                            <p:childTnLst>
                              <p:par>
                                <p:cTn id="32" presetID="10" presetClass="entr" presetSubtype="0" fill="hold" nodeType="after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fade">
                                      <p:cBhvr>
                                        <p:cTn id="3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11" name="Google Shape;543;p46">
            <a:extLst>
              <a:ext uri="{FF2B5EF4-FFF2-40B4-BE49-F238E27FC236}">
                <a16:creationId xmlns:a16="http://schemas.microsoft.com/office/drawing/2014/main" id="{A0025354-032A-9653-C102-C98D0C76D0E5}"/>
              </a:ext>
            </a:extLst>
          </p:cNvPr>
          <p:cNvSpPr txBox="1">
            <a:spLocks/>
          </p:cNvSpPr>
          <p:nvPr/>
        </p:nvSpPr>
        <p:spPr>
          <a:xfrm>
            <a:off x="1794886" y="222750"/>
            <a:ext cx="5554228" cy="128435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EB Garamond SemiBold"/>
              <a:buNone/>
              <a:defRPr sz="4000" b="0" i="0" u="none" strike="noStrike" cap="none">
                <a:solidFill>
                  <a:schemeClr val="dk1"/>
                </a:solidFill>
                <a:latin typeface="EB Garamond SemiBold"/>
                <a:ea typeface="EB Garamond SemiBold"/>
                <a:cs typeface="EB Garamond SemiBold"/>
                <a:sym typeface="EB Garamond SemiBold"/>
              </a:defRPr>
            </a:lvl1pPr>
            <a:lvl2pPr marR="0" lvl="1" algn="ctr" rtl="0">
              <a:lnSpc>
                <a:spcPct val="100000"/>
              </a:lnSpc>
              <a:spcBef>
                <a:spcPts val="0"/>
              </a:spcBef>
              <a:spcAft>
                <a:spcPts val="0"/>
              </a:spcAft>
              <a:buClr>
                <a:schemeClr val="dk1"/>
              </a:buClr>
              <a:buSzPts val="3600"/>
              <a:buFont typeface="EB Garamond SemiBold"/>
              <a:buNone/>
              <a:defRPr sz="3600" b="0" i="0" u="none" strike="noStrike" cap="none">
                <a:solidFill>
                  <a:schemeClr val="dk1"/>
                </a:solidFill>
                <a:latin typeface="EB Garamond SemiBold"/>
                <a:ea typeface="EB Garamond SemiBold"/>
                <a:cs typeface="EB Garamond SemiBold"/>
                <a:sym typeface="EB Garamond SemiBold"/>
              </a:defRPr>
            </a:lvl2pPr>
            <a:lvl3pPr marR="0" lvl="2" algn="ctr" rtl="0">
              <a:lnSpc>
                <a:spcPct val="100000"/>
              </a:lnSpc>
              <a:spcBef>
                <a:spcPts val="0"/>
              </a:spcBef>
              <a:spcAft>
                <a:spcPts val="0"/>
              </a:spcAft>
              <a:buClr>
                <a:schemeClr val="dk1"/>
              </a:buClr>
              <a:buSzPts val="3600"/>
              <a:buFont typeface="EB Garamond SemiBold"/>
              <a:buNone/>
              <a:defRPr sz="3600" b="0" i="0" u="none" strike="noStrike" cap="none">
                <a:solidFill>
                  <a:schemeClr val="dk1"/>
                </a:solidFill>
                <a:latin typeface="EB Garamond SemiBold"/>
                <a:ea typeface="EB Garamond SemiBold"/>
                <a:cs typeface="EB Garamond SemiBold"/>
                <a:sym typeface="EB Garamond SemiBold"/>
              </a:defRPr>
            </a:lvl3pPr>
            <a:lvl4pPr marR="0" lvl="3" algn="ctr" rtl="0">
              <a:lnSpc>
                <a:spcPct val="100000"/>
              </a:lnSpc>
              <a:spcBef>
                <a:spcPts val="0"/>
              </a:spcBef>
              <a:spcAft>
                <a:spcPts val="0"/>
              </a:spcAft>
              <a:buClr>
                <a:schemeClr val="dk1"/>
              </a:buClr>
              <a:buSzPts val="3600"/>
              <a:buFont typeface="EB Garamond SemiBold"/>
              <a:buNone/>
              <a:defRPr sz="3600" b="0" i="0" u="none" strike="noStrike" cap="none">
                <a:solidFill>
                  <a:schemeClr val="dk1"/>
                </a:solidFill>
                <a:latin typeface="EB Garamond SemiBold"/>
                <a:ea typeface="EB Garamond SemiBold"/>
                <a:cs typeface="EB Garamond SemiBold"/>
                <a:sym typeface="EB Garamond SemiBold"/>
              </a:defRPr>
            </a:lvl4pPr>
            <a:lvl5pPr marR="0" lvl="4" algn="ctr" rtl="0">
              <a:lnSpc>
                <a:spcPct val="100000"/>
              </a:lnSpc>
              <a:spcBef>
                <a:spcPts val="0"/>
              </a:spcBef>
              <a:spcAft>
                <a:spcPts val="0"/>
              </a:spcAft>
              <a:buClr>
                <a:schemeClr val="dk1"/>
              </a:buClr>
              <a:buSzPts val="3600"/>
              <a:buFont typeface="EB Garamond SemiBold"/>
              <a:buNone/>
              <a:defRPr sz="3600" b="0" i="0" u="none" strike="noStrike" cap="none">
                <a:solidFill>
                  <a:schemeClr val="dk1"/>
                </a:solidFill>
                <a:latin typeface="EB Garamond SemiBold"/>
                <a:ea typeface="EB Garamond SemiBold"/>
                <a:cs typeface="EB Garamond SemiBold"/>
                <a:sym typeface="EB Garamond SemiBold"/>
              </a:defRPr>
            </a:lvl5pPr>
            <a:lvl6pPr marR="0" lvl="5" algn="ctr" rtl="0">
              <a:lnSpc>
                <a:spcPct val="100000"/>
              </a:lnSpc>
              <a:spcBef>
                <a:spcPts val="0"/>
              </a:spcBef>
              <a:spcAft>
                <a:spcPts val="0"/>
              </a:spcAft>
              <a:buClr>
                <a:schemeClr val="dk1"/>
              </a:buClr>
              <a:buSzPts val="3600"/>
              <a:buFont typeface="EB Garamond SemiBold"/>
              <a:buNone/>
              <a:defRPr sz="3600" b="0" i="0" u="none" strike="noStrike" cap="none">
                <a:solidFill>
                  <a:schemeClr val="dk1"/>
                </a:solidFill>
                <a:latin typeface="EB Garamond SemiBold"/>
                <a:ea typeface="EB Garamond SemiBold"/>
                <a:cs typeface="EB Garamond SemiBold"/>
                <a:sym typeface="EB Garamond SemiBold"/>
              </a:defRPr>
            </a:lvl6pPr>
            <a:lvl7pPr marR="0" lvl="6" algn="ctr" rtl="0">
              <a:lnSpc>
                <a:spcPct val="100000"/>
              </a:lnSpc>
              <a:spcBef>
                <a:spcPts val="0"/>
              </a:spcBef>
              <a:spcAft>
                <a:spcPts val="0"/>
              </a:spcAft>
              <a:buClr>
                <a:schemeClr val="dk1"/>
              </a:buClr>
              <a:buSzPts val="3600"/>
              <a:buFont typeface="EB Garamond SemiBold"/>
              <a:buNone/>
              <a:defRPr sz="3600" b="0" i="0" u="none" strike="noStrike" cap="none">
                <a:solidFill>
                  <a:schemeClr val="dk1"/>
                </a:solidFill>
                <a:latin typeface="EB Garamond SemiBold"/>
                <a:ea typeface="EB Garamond SemiBold"/>
                <a:cs typeface="EB Garamond SemiBold"/>
                <a:sym typeface="EB Garamond SemiBold"/>
              </a:defRPr>
            </a:lvl7pPr>
            <a:lvl8pPr marR="0" lvl="7" algn="ctr" rtl="0">
              <a:lnSpc>
                <a:spcPct val="100000"/>
              </a:lnSpc>
              <a:spcBef>
                <a:spcPts val="0"/>
              </a:spcBef>
              <a:spcAft>
                <a:spcPts val="0"/>
              </a:spcAft>
              <a:buClr>
                <a:schemeClr val="dk1"/>
              </a:buClr>
              <a:buSzPts val="3600"/>
              <a:buFont typeface="EB Garamond SemiBold"/>
              <a:buNone/>
              <a:defRPr sz="3600" b="0" i="0" u="none" strike="noStrike" cap="none">
                <a:solidFill>
                  <a:schemeClr val="dk1"/>
                </a:solidFill>
                <a:latin typeface="EB Garamond SemiBold"/>
                <a:ea typeface="EB Garamond SemiBold"/>
                <a:cs typeface="EB Garamond SemiBold"/>
                <a:sym typeface="EB Garamond SemiBold"/>
              </a:defRPr>
            </a:lvl8pPr>
            <a:lvl9pPr marR="0" lvl="8" algn="ctr" rtl="0">
              <a:lnSpc>
                <a:spcPct val="100000"/>
              </a:lnSpc>
              <a:spcBef>
                <a:spcPts val="0"/>
              </a:spcBef>
              <a:spcAft>
                <a:spcPts val="0"/>
              </a:spcAft>
              <a:buClr>
                <a:schemeClr val="dk1"/>
              </a:buClr>
              <a:buSzPts val="3600"/>
              <a:buFont typeface="EB Garamond SemiBold"/>
              <a:buNone/>
              <a:defRPr sz="3600" b="0" i="0" u="none" strike="noStrike" cap="none">
                <a:solidFill>
                  <a:schemeClr val="dk1"/>
                </a:solidFill>
                <a:latin typeface="EB Garamond SemiBold"/>
                <a:ea typeface="EB Garamond SemiBold"/>
                <a:cs typeface="EB Garamond SemiBold"/>
                <a:sym typeface="EB Garamond SemiBold"/>
              </a:defRPr>
            </a:lvl9pPr>
          </a:lstStyle>
          <a:p>
            <a:pPr algn="ctr"/>
            <a:r>
              <a:rPr lang="en" dirty="0"/>
              <a:t>Academic and Conceptual References</a:t>
            </a:r>
            <a:endParaRPr lang="en-ZA" dirty="0"/>
          </a:p>
        </p:txBody>
      </p:sp>
      <p:sp>
        <p:nvSpPr>
          <p:cNvPr id="17" name="Rectangle 1">
            <a:extLst>
              <a:ext uri="{FF2B5EF4-FFF2-40B4-BE49-F238E27FC236}">
                <a16:creationId xmlns:a16="http://schemas.microsoft.com/office/drawing/2014/main" id="{E6EAFABD-C0F3-2A18-2B82-9C2296B7D750}"/>
              </a:ext>
            </a:extLst>
          </p:cNvPr>
          <p:cNvSpPr>
            <a:spLocks noChangeArrowheads="1"/>
          </p:cNvSpPr>
          <p:nvPr/>
        </p:nvSpPr>
        <p:spPr bwMode="auto">
          <a:xfrm>
            <a:off x="1083945" y="1465957"/>
            <a:ext cx="6976110" cy="307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ts val="500"/>
              </a:spcBef>
              <a:spcAft>
                <a:spcPct val="0"/>
              </a:spcAft>
              <a:buClrTx/>
              <a:buSzTx/>
              <a:tabLst/>
            </a:pPr>
            <a:r>
              <a:rPr kumimoji="0" lang="en-US" altLang="en-US" sz="800" b="0" i="0" u="none" strike="noStrike" cap="none" normalizeH="0" baseline="0" dirty="0" err="1">
                <a:ln>
                  <a:noFill/>
                </a:ln>
                <a:solidFill>
                  <a:schemeClr val="tx2">
                    <a:lumMod val="75000"/>
                  </a:schemeClr>
                </a:solidFill>
                <a:effectLst/>
                <a:latin typeface="Alegreya Sans Medium" panose="020B0604020202020204" charset="0"/>
              </a:rPr>
              <a:t>Mindsera</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(2025) </a:t>
            </a:r>
            <a:r>
              <a:rPr kumimoji="0" lang="en-US" altLang="en-US" sz="800" b="0" i="1" u="none" strike="noStrike" cap="none" normalizeH="0" baseline="0" dirty="0" err="1">
                <a:ln>
                  <a:noFill/>
                </a:ln>
                <a:solidFill>
                  <a:schemeClr val="tx2">
                    <a:lumMod val="75000"/>
                  </a:schemeClr>
                </a:solidFill>
                <a:effectLst/>
                <a:latin typeface="Alegreya Sans Medium" panose="020B0604020202020204" charset="0"/>
              </a:rPr>
              <a:t>Mindsera</a:t>
            </a:r>
            <a:r>
              <a:rPr kumimoji="0" lang="en-US" altLang="en-US" sz="800" b="0" i="1" u="none" strike="noStrike" cap="none" normalizeH="0" baseline="0" dirty="0">
                <a:ln>
                  <a:noFill/>
                </a:ln>
                <a:solidFill>
                  <a:schemeClr val="tx2">
                    <a:lumMod val="75000"/>
                  </a:schemeClr>
                </a:solidFill>
                <a:effectLst/>
                <a:latin typeface="Alegreya Sans Medium" panose="020B0604020202020204" charset="0"/>
              </a:rPr>
              <a:t>: The Most Advanced AI-Powered Journal</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[online] Available at: </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hlinkClick r:id="rId3">
                  <a:extLst>
                    <a:ext uri="{A12FA001-AC4F-418D-AE19-62706E023703}">
                      <ahyp:hlinkClr xmlns:ahyp="http://schemas.microsoft.com/office/drawing/2018/hyperlinkcolor" val="tx"/>
                    </a:ext>
                  </a:extLst>
                </a:hlinkClick>
              </a:rPr>
              <a:t>https://www.mindsera.com/</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[Accessed 7 Nov 2025].</a:t>
            </a:r>
          </a:p>
          <a:p>
            <a:pPr marR="0" lvl="0" algn="l" defTabSz="914400" rtl="0" eaLnBrk="0" fontAlgn="base" latinLnBrk="0" hangingPunct="0">
              <a:lnSpc>
                <a:spcPct val="100000"/>
              </a:lnSpc>
              <a:spcBef>
                <a:spcPts val="500"/>
              </a:spcBef>
              <a:spcAft>
                <a:spcPct val="0"/>
              </a:spcAft>
              <a:buClrTx/>
              <a:buSzTx/>
              <a:tabLst/>
            </a:pP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Google Research. (2025) </a:t>
            </a:r>
            <a:r>
              <a:rPr kumimoji="0" lang="en-US" altLang="en-US" sz="800" b="0" i="1" u="none" strike="noStrike" cap="none" normalizeH="0" baseline="0" dirty="0" err="1">
                <a:ln>
                  <a:noFill/>
                </a:ln>
                <a:solidFill>
                  <a:schemeClr val="tx2">
                    <a:lumMod val="75000"/>
                  </a:schemeClr>
                </a:solidFill>
                <a:effectLst/>
                <a:latin typeface="Alegreya Sans Medium" panose="020B0604020202020204" charset="0"/>
              </a:rPr>
              <a:t>MedGemma</a:t>
            </a:r>
            <a:r>
              <a:rPr kumimoji="0" lang="en-US" altLang="en-US" sz="800" b="0" i="1" u="none" strike="noStrike" cap="none" normalizeH="0" baseline="0" dirty="0">
                <a:ln>
                  <a:noFill/>
                </a:ln>
                <a:solidFill>
                  <a:schemeClr val="tx2">
                    <a:lumMod val="75000"/>
                  </a:schemeClr>
                </a:solidFill>
                <a:effectLst/>
                <a:latin typeface="Alegreya Sans Medium" panose="020B0604020202020204" charset="0"/>
              </a:rPr>
              <a:t>: Our most capable open models for Health AI development</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[online] 9 July. Available at: </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hlinkClick r:id="rId4">
                  <a:extLst>
                    <a:ext uri="{A12FA001-AC4F-418D-AE19-62706E023703}">
                      <ahyp:hlinkClr xmlns:ahyp="http://schemas.microsoft.com/office/drawing/2018/hyperlinkcolor" val="tx"/>
                    </a:ext>
                  </a:extLst>
                </a:hlinkClick>
              </a:rPr>
              <a:t>https://research.google/blog/medgemma-our-most-capable-open-models-for-health-ai-development/</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[Accessed 7 Nov 2025].</a:t>
            </a:r>
          </a:p>
          <a:p>
            <a:pPr marR="0" lvl="0" algn="l" defTabSz="914400" rtl="0" eaLnBrk="0" fontAlgn="base" latinLnBrk="0" hangingPunct="0">
              <a:lnSpc>
                <a:spcPct val="100000"/>
              </a:lnSpc>
              <a:spcBef>
                <a:spcPts val="500"/>
              </a:spcBef>
              <a:spcAft>
                <a:spcPct val="0"/>
              </a:spcAft>
              <a:buClrTx/>
              <a:buSzTx/>
              <a:tabLst/>
            </a:pP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Smith, R. (2007) </a:t>
            </a:r>
            <a:r>
              <a:rPr kumimoji="0" lang="en-US" altLang="en-US" sz="800" b="0" i="1" u="none" strike="noStrike" cap="none" normalizeH="0" baseline="0" dirty="0">
                <a:ln>
                  <a:noFill/>
                </a:ln>
                <a:solidFill>
                  <a:schemeClr val="tx2">
                    <a:lumMod val="75000"/>
                  </a:schemeClr>
                </a:solidFill>
                <a:effectLst/>
                <a:latin typeface="Alegreya Sans Medium" panose="020B0604020202020204" charset="0"/>
              </a:rPr>
              <a:t>An Overview of the Tesseract OCR Engine</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9th International Conference on Document Analysis and Recognition, Brazil, 23-26 September. Available at: </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hlinkClick r:id="rId5">
                  <a:extLst>
                    <a:ext uri="{A12FA001-AC4F-418D-AE19-62706E023703}">
                      <ahyp:hlinkClr xmlns:ahyp="http://schemas.microsoft.com/office/drawing/2018/hyperlinkcolor" val="tx"/>
                    </a:ext>
                  </a:extLst>
                </a:hlinkClick>
              </a:rPr>
              <a:t>https://doi.org/10.1109/ICDAR.2007.4376991</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[Accessed 7 Nov 2025].</a:t>
            </a:r>
          </a:p>
          <a:p>
            <a:pPr marR="0" lvl="0" algn="l" defTabSz="914400" rtl="0" eaLnBrk="0" fontAlgn="base" latinLnBrk="0" hangingPunct="0">
              <a:lnSpc>
                <a:spcPct val="100000"/>
              </a:lnSpc>
              <a:spcBef>
                <a:spcPts val="500"/>
              </a:spcBef>
              <a:spcAft>
                <a:spcPct val="0"/>
              </a:spcAft>
              <a:buClrTx/>
              <a:buSzTx/>
              <a:tabLst/>
            </a:pP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Google Cloud. (2025) </a:t>
            </a:r>
            <a:r>
              <a:rPr kumimoji="0" lang="en-US" altLang="en-US" sz="800" b="0" i="1" u="none" strike="noStrike" cap="none" normalizeH="0" baseline="0" dirty="0">
                <a:ln>
                  <a:noFill/>
                </a:ln>
                <a:solidFill>
                  <a:schemeClr val="tx2">
                    <a:lumMod val="75000"/>
                  </a:schemeClr>
                </a:solidFill>
                <a:effectLst/>
                <a:latin typeface="Alegreya Sans Medium" panose="020B0604020202020204" charset="0"/>
              </a:rPr>
              <a:t>Cloud Vision API documentation</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[online] Available at: </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hlinkClick r:id="rId6">
                  <a:extLst>
                    <a:ext uri="{A12FA001-AC4F-418D-AE19-62706E023703}">
                      <ahyp:hlinkClr xmlns:ahyp="http://schemas.microsoft.com/office/drawing/2018/hyperlinkcolor" val="tx"/>
                    </a:ext>
                  </a:extLst>
                </a:hlinkClick>
              </a:rPr>
              <a:t>https://cloud.google.com/vision/docs</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[Accessed 7 Nov 2025].</a:t>
            </a:r>
          </a:p>
          <a:p>
            <a:pPr marR="0" lvl="0" algn="l" defTabSz="914400" rtl="0" eaLnBrk="0" fontAlgn="base" latinLnBrk="0" hangingPunct="0">
              <a:lnSpc>
                <a:spcPct val="100000"/>
              </a:lnSpc>
              <a:spcBef>
                <a:spcPts val="500"/>
              </a:spcBef>
              <a:spcAft>
                <a:spcPct val="0"/>
              </a:spcAft>
              <a:buClrTx/>
              <a:buSzTx/>
              <a:tabLst/>
            </a:pPr>
            <a:r>
              <a:rPr kumimoji="0" lang="en-US" altLang="en-US" sz="800" b="0" i="0" u="none" strike="noStrike" cap="none" normalizeH="0" baseline="0" dirty="0" err="1">
                <a:ln>
                  <a:noFill/>
                </a:ln>
                <a:solidFill>
                  <a:schemeClr val="tx2">
                    <a:lumMod val="75000"/>
                  </a:schemeClr>
                </a:solidFill>
                <a:effectLst/>
                <a:latin typeface="Alegreya Sans Medium" panose="020B0604020202020204" charset="0"/>
              </a:rPr>
              <a:t>JaidedAI</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(2024) </a:t>
            </a:r>
            <a:r>
              <a:rPr kumimoji="0" lang="en-US" altLang="en-US" sz="800" b="0" i="1" u="none" strike="noStrike" cap="none" normalizeH="0" baseline="0" dirty="0" err="1">
                <a:ln>
                  <a:noFill/>
                </a:ln>
                <a:solidFill>
                  <a:schemeClr val="tx2">
                    <a:lumMod val="75000"/>
                  </a:schemeClr>
                </a:solidFill>
                <a:effectLst/>
                <a:latin typeface="Alegreya Sans Medium" panose="020B0604020202020204" charset="0"/>
              </a:rPr>
              <a:t>EasyOCR</a:t>
            </a:r>
            <a:r>
              <a:rPr kumimoji="0" lang="en-US" altLang="en-US" sz="800" b="0" i="1" u="none" strike="noStrike" cap="none" normalizeH="0" baseline="0" dirty="0">
                <a:ln>
                  <a:noFill/>
                </a:ln>
                <a:solidFill>
                  <a:schemeClr val="tx2">
                    <a:lumMod val="75000"/>
                  </a:schemeClr>
                </a:solidFill>
                <a:effectLst/>
                <a:latin typeface="Alegreya Sans Medium" panose="020B0604020202020204" charset="0"/>
              </a:rPr>
              <a:t>: Ready-to-use OCR with 80+ supported languages</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GitHub repository. Available at: </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hlinkClick r:id="rId7">
                  <a:extLst>
                    <a:ext uri="{A12FA001-AC4F-418D-AE19-62706E023703}">
                      <ahyp:hlinkClr xmlns:ahyp="http://schemas.microsoft.com/office/drawing/2018/hyperlinkcolor" val="tx"/>
                    </a:ext>
                  </a:extLst>
                </a:hlinkClick>
              </a:rPr>
              <a:t>https://github.com/JaidedAI/EasyOCR</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[Accessed 7 Nov 2025].</a:t>
            </a:r>
          </a:p>
          <a:p>
            <a:pPr marR="0" lvl="0" algn="l" defTabSz="914400" rtl="0" eaLnBrk="0" fontAlgn="base" latinLnBrk="0" hangingPunct="0">
              <a:lnSpc>
                <a:spcPct val="100000"/>
              </a:lnSpc>
              <a:spcBef>
                <a:spcPts val="500"/>
              </a:spcBef>
              <a:spcAft>
                <a:spcPct val="0"/>
              </a:spcAft>
              <a:buClrTx/>
              <a:buSzTx/>
              <a:tabLst/>
            </a:pP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Radford, A. et al. (2023) </a:t>
            </a:r>
            <a:r>
              <a:rPr kumimoji="0" lang="en-US" altLang="en-US" sz="800" b="0" i="1" u="none" strike="noStrike" cap="none" normalizeH="0" baseline="0" dirty="0">
                <a:ln>
                  <a:noFill/>
                </a:ln>
                <a:solidFill>
                  <a:schemeClr val="tx2">
                    <a:lumMod val="75000"/>
                  </a:schemeClr>
                </a:solidFill>
                <a:effectLst/>
                <a:latin typeface="Alegreya Sans Medium" panose="020B0604020202020204" charset="0"/>
              </a:rPr>
              <a:t>Robust Speech Recognition via Large-Scale Weak Supervision (Whisper)</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OpenAI. Available at: </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hlinkClick r:id="rId8">
                  <a:extLst>
                    <a:ext uri="{A12FA001-AC4F-418D-AE19-62706E023703}">
                      <ahyp:hlinkClr xmlns:ahyp="http://schemas.microsoft.com/office/drawing/2018/hyperlinkcolor" val="tx"/>
                    </a:ext>
                  </a:extLst>
                </a:hlinkClick>
              </a:rPr>
              <a:t>https://cdn.openai.com/papers/whisper.pdf</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[Accessed 7 Nov 2025].</a:t>
            </a:r>
          </a:p>
          <a:p>
            <a:pPr marR="0" lvl="0" algn="l" defTabSz="914400" rtl="0" eaLnBrk="0" fontAlgn="base" latinLnBrk="0" hangingPunct="0">
              <a:lnSpc>
                <a:spcPct val="100000"/>
              </a:lnSpc>
              <a:spcBef>
                <a:spcPts val="500"/>
              </a:spcBef>
              <a:spcAft>
                <a:spcPct val="0"/>
              </a:spcAft>
              <a:buClrTx/>
              <a:buSzTx/>
              <a:tabLst/>
            </a:pPr>
            <a:r>
              <a:rPr kumimoji="0" lang="en-US" altLang="en-US" sz="800" b="0" i="0" u="none" strike="noStrike" cap="none" normalizeH="0" baseline="0" dirty="0" err="1">
                <a:ln>
                  <a:noFill/>
                </a:ln>
                <a:solidFill>
                  <a:schemeClr val="tx2">
                    <a:lumMod val="75000"/>
                  </a:schemeClr>
                </a:solidFill>
                <a:effectLst/>
                <a:latin typeface="Alegreya Sans Medium" panose="020B0604020202020204" charset="0"/>
              </a:rPr>
              <a:t>Vosk</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(2025) </a:t>
            </a:r>
            <a:r>
              <a:rPr kumimoji="0" lang="en-US" altLang="en-US" sz="800" b="0" i="1" u="none" strike="noStrike" cap="none" normalizeH="0" baseline="0" dirty="0" err="1">
                <a:ln>
                  <a:noFill/>
                </a:ln>
                <a:solidFill>
                  <a:schemeClr val="tx2">
                    <a:lumMod val="75000"/>
                  </a:schemeClr>
                </a:solidFill>
                <a:effectLst/>
                <a:latin typeface="Alegreya Sans Medium" panose="020B0604020202020204" charset="0"/>
              </a:rPr>
              <a:t>Vosk</a:t>
            </a:r>
            <a:r>
              <a:rPr kumimoji="0" lang="en-US" altLang="en-US" sz="800" b="0" i="1" u="none" strike="noStrike" cap="none" normalizeH="0" baseline="0" dirty="0">
                <a:ln>
                  <a:noFill/>
                </a:ln>
                <a:solidFill>
                  <a:schemeClr val="tx2">
                    <a:lumMod val="75000"/>
                  </a:schemeClr>
                </a:solidFill>
                <a:effectLst/>
                <a:latin typeface="Alegreya Sans Medium" panose="020B0604020202020204" charset="0"/>
              </a:rPr>
              <a:t> Speech Recognition Toolkit</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[online] Available at: </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hlinkClick r:id="rId9">
                  <a:extLst>
                    <a:ext uri="{A12FA001-AC4F-418D-AE19-62706E023703}">
                      <ahyp:hlinkClr xmlns:ahyp="http://schemas.microsoft.com/office/drawing/2018/hyperlinkcolor" val="tx"/>
                    </a:ext>
                  </a:extLst>
                </a:hlinkClick>
              </a:rPr>
              <a:t>https://alphacephei.com/vosk/</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[Accessed 7 Nov 2025].</a:t>
            </a:r>
          </a:p>
          <a:p>
            <a:pPr marR="0" lvl="0" algn="l" defTabSz="914400" rtl="0" eaLnBrk="0" fontAlgn="base" latinLnBrk="0" hangingPunct="0">
              <a:lnSpc>
                <a:spcPct val="100000"/>
              </a:lnSpc>
              <a:spcBef>
                <a:spcPts val="500"/>
              </a:spcBef>
              <a:spcAft>
                <a:spcPct val="0"/>
              </a:spcAft>
              <a:buClrTx/>
              <a:buSzTx/>
              <a:tabLst/>
            </a:pP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Google Cloud. (2025) </a:t>
            </a:r>
            <a:r>
              <a:rPr kumimoji="0" lang="en-US" altLang="en-US" sz="800" b="0" i="1" u="none" strike="noStrike" cap="none" normalizeH="0" baseline="0" dirty="0">
                <a:ln>
                  <a:noFill/>
                </a:ln>
                <a:solidFill>
                  <a:schemeClr val="tx2">
                    <a:lumMod val="75000"/>
                  </a:schemeClr>
                </a:solidFill>
                <a:effectLst/>
                <a:latin typeface="Alegreya Sans Medium" panose="020B0604020202020204" charset="0"/>
              </a:rPr>
              <a:t>Speech-to-Text API documentation</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[online] Available at: </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hlinkClick r:id="rId10">
                  <a:extLst>
                    <a:ext uri="{A12FA001-AC4F-418D-AE19-62706E023703}">
                      <ahyp:hlinkClr xmlns:ahyp="http://schemas.microsoft.com/office/drawing/2018/hyperlinkcolor" val="tx"/>
                    </a:ext>
                  </a:extLst>
                </a:hlinkClick>
              </a:rPr>
              <a:t>https://cloud.google.com/speech-to-text/docs</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[Accessed 7 Nov 2025].</a:t>
            </a:r>
          </a:p>
          <a:p>
            <a:pPr marR="0" lvl="0" algn="l" defTabSz="914400" rtl="0" eaLnBrk="0" fontAlgn="base" latinLnBrk="0" hangingPunct="0">
              <a:lnSpc>
                <a:spcPct val="100000"/>
              </a:lnSpc>
              <a:spcBef>
                <a:spcPts val="500"/>
              </a:spcBef>
              <a:spcAft>
                <a:spcPct val="0"/>
              </a:spcAft>
              <a:buClrTx/>
              <a:buSzTx/>
              <a:tabLst/>
            </a:pP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Sanh, V., Debut, L., </a:t>
            </a:r>
            <a:r>
              <a:rPr kumimoji="0" lang="en-US" altLang="en-US" sz="800" b="0" i="0" u="none" strike="noStrike" cap="none" normalizeH="0" baseline="0" dirty="0" err="1">
                <a:ln>
                  <a:noFill/>
                </a:ln>
                <a:solidFill>
                  <a:schemeClr val="tx2">
                    <a:lumMod val="75000"/>
                  </a:schemeClr>
                </a:solidFill>
                <a:effectLst/>
                <a:latin typeface="Alegreya Sans Medium" panose="020B0604020202020204" charset="0"/>
              </a:rPr>
              <a:t>Chaumond</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J. &amp; Wolf, T. (2019) </a:t>
            </a:r>
            <a:r>
              <a:rPr kumimoji="0" lang="en-US" altLang="en-US" sz="800" b="0" i="1" u="none" strike="noStrike" cap="none" normalizeH="0" baseline="0" dirty="0" err="1">
                <a:ln>
                  <a:noFill/>
                </a:ln>
                <a:solidFill>
                  <a:schemeClr val="tx2">
                    <a:lumMod val="75000"/>
                  </a:schemeClr>
                </a:solidFill>
                <a:effectLst/>
                <a:latin typeface="Alegreya Sans Medium" panose="020B0604020202020204" charset="0"/>
              </a:rPr>
              <a:t>DistilBERT</a:t>
            </a:r>
            <a:r>
              <a:rPr kumimoji="0" lang="en-US" altLang="en-US" sz="800" b="0" i="1" u="none" strike="noStrike" cap="none" normalizeH="0" baseline="0" dirty="0">
                <a:ln>
                  <a:noFill/>
                </a:ln>
                <a:solidFill>
                  <a:schemeClr val="tx2">
                    <a:lumMod val="75000"/>
                  </a:schemeClr>
                </a:solidFill>
                <a:effectLst/>
                <a:latin typeface="Alegreya Sans Medium" panose="020B0604020202020204" charset="0"/>
              </a:rPr>
              <a:t>, a distilled version of BERT: smaller, faster, cheaper and lighter</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a:t>
            </a:r>
            <a:r>
              <a:rPr kumimoji="0" lang="en-US" altLang="en-US" sz="800" b="0" i="0" u="none" strike="noStrike" cap="none" normalizeH="0" baseline="0" dirty="0" err="1">
                <a:ln>
                  <a:noFill/>
                </a:ln>
                <a:solidFill>
                  <a:schemeClr val="tx2">
                    <a:lumMod val="75000"/>
                  </a:schemeClr>
                </a:solidFill>
                <a:effectLst/>
                <a:latin typeface="Alegreya Sans Medium" panose="020B0604020202020204" charset="0"/>
              </a:rPr>
              <a:t>arXiv</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preprint arXiv:1910.01108. Available at: </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hlinkClick r:id="rId11">
                  <a:extLst>
                    <a:ext uri="{A12FA001-AC4F-418D-AE19-62706E023703}">
                      <ahyp:hlinkClr xmlns:ahyp="http://schemas.microsoft.com/office/drawing/2018/hyperlinkcolor" val="tx"/>
                    </a:ext>
                  </a:extLst>
                </a:hlinkClick>
              </a:rPr>
              <a:t>https://arxiv.org/abs/1910.01108</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[Accessed 7 Nov 2025].</a:t>
            </a:r>
          </a:p>
          <a:p>
            <a:pPr marR="0" lvl="0" algn="l" defTabSz="914400" rtl="0" eaLnBrk="0" fontAlgn="base" latinLnBrk="0" hangingPunct="0">
              <a:lnSpc>
                <a:spcPct val="100000"/>
              </a:lnSpc>
              <a:spcBef>
                <a:spcPts val="500"/>
              </a:spcBef>
              <a:spcAft>
                <a:spcPct val="0"/>
              </a:spcAft>
              <a:buClrTx/>
              <a:buSzTx/>
              <a:tabLst/>
            </a:pP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Liu, Y., Ott, M., Goyal, N., Du, J., Joshi, M., Chen, D., Levy, O., Lewis, M., Zettlemoyer, L. &amp; Stoyanov, V. (2019) </a:t>
            </a:r>
            <a:r>
              <a:rPr kumimoji="0" lang="en-US" altLang="en-US" sz="800" b="0" i="1" u="none" strike="noStrike" cap="none" normalizeH="0" baseline="0" dirty="0" err="1">
                <a:ln>
                  <a:noFill/>
                </a:ln>
                <a:solidFill>
                  <a:schemeClr val="tx2">
                    <a:lumMod val="75000"/>
                  </a:schemeClr>
                </a:solidFill>
                <a:effectLst/>
                <a:latin typeface="Alegreya Sans Medium" panose="020B0604020202020204" charset="0"/>
              </a:rPr>
              <a:t>RoBERTa</a:t>
            </a:r>
            <a:r>
              <a:rPr kumimoji="0" lang="en-US" altLang="en-US" sz="800" b="0" i="1" u="none" strike="noStrike" cap="none" normalizeH="0" baseline="0" dirty="0">
                <a:ln>
                  <a:noFill/>
                </a:ln>
                <a:solidFill>
                  <a:schemeClr val="tx2">
                    <a:lumMod val="75000"/>
                  </a:schemeClr>
                </a:solidFill>
                <a:effectLst/>
                <a:latin typeface="Alegreya Sans Medium" panose="020B0604020202020204" charset="0"/>
              </a:rPr>
              <a:t>: A Robustly Optimized BERT Pretraining Approach</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a:t>
            </a:r>
            <a:r>
              <a:rPr kumimoji="0" lang="en-US" altLang="en-US" sz="800" b="0" i="0" u="none" strike="noStrike" cap="none" normalizeH="0" baseline="0" dirty="0" err="1">
                <a:ln>
                  <a:noFill/>
                </a:ln>
                <a:solidFill>
                  <a:schemeClr val="tx2">
                    <a:lumMod val="75000"/>
                  </a:schemeClr>
                </a:solidFill>
                <a:effectLst/>
                <a:latin typeface="Alegreya Sans Medium" panose="020B0604020202020204" charset="0"/>
              </a:rPr>
              <a:t>arXiv</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preprint arXiv:1907.11692. Available at: </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hlinkClick r:id="rId12">
                  <a:extLst>
                    <a:ext uri="{A12FA001-AC4F-418D-AE19-62706E023703}">
                      <ahyp:hlinkClr xmlns:ahyp="http://schemas.microsoft.com/office/drawing/2018/hyperlinkcolor" val="tx"/>
                    </a:ext>
                  </a:extLst>
                </a:hlinkClick>
              </a:rPr>
              <a:t>https://arxiv.org/abs/1907.11692</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[Accessed 7 Nov 2025].</a:t>
            </a:r>
          </a:p>
          <a:p>
            <a:pPr marR="0" lvl="0" algn="l" defTabSz="914400" rtl="0" eaLnBrk="0" fontAlgn="base" latinLnBrk="0" hangingPunct="0">
              <a:lnSpc>
                <a:spcPct val="100000"/>
              </a:lnSpc>
              <a:spcBef>
                <a:spcPts val="500"/>
              </a:spcBef>
              <a:spcAft>
                <a:spcPct val="0"/>
              </a:spcAft>
              <a:buClrTx/>
              <a:buSzTx/>
              <a:tabLst/>
            </a:pP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Google Cloud. (2025) </a:t>
            </a:r>
            <a:r>
              <a:rPr kumimoji="0" lang="en-US" altLang="en-US" sz="800" b="0" i="1" u="none" strike="noStrike" cap="none" normalizeH="0" baseline="0" dirty="0">
                <a:ln>
                  <a:noFill/>
                </a:ln>
                <a:solidFill>
                  <a:schemeClr val="tx2">
                    <a:lumMod val="75000"/>
                  </a:schemeClr>
                </a:solidFill>
                <a:effectLst/>
                <a:latin typeface="Alegreya Sans Medium" panose="020B0604020202020204" charset="0"/>
              </a:rPr>
              <a:t>Text-to-Speech API documentation</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[online] Available at: </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hlinkClick r:id="rId13">
                  <a:extLst>
                    <a:ext uri="{A12FA001-AC4F-418D-AE19-62706E023703}">
                      <ahyp:hlinkClr xmlns:ahyp="http://schemas.microsoft.com/office/drawing/2018/hyperlinkcolor" val="tx"/>
                    </a:ext>
                  </a:extLst>
                </a:hlinkClick>
              </a:rPr>
              <a:t>https://cloud.google.com/text-to-speech/docs</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[Accessed 7 Nov 2025].</a:t>
            </a:r>
          </a:p>
          <a:p>
            <a:pPr marR="0" lvl="0" algn="l" defTabSz="914400" rtl="0" eaLnBrk="0" fontAlgn="base" latinLnBrk="0" hangingPunct="0">
              <a:lnSpc>
                <a:spcPct val="100000"/>
              </a:lnSpc>
              <a:spcBef>
                <a:spcPts val="500"/>
              </a:spcBef>
              <a:spcAft>
                <a:spcPct val="0"/>
              </a:spcAft>
              <a:buClrTx/>
              <a:buSzTx/>
              <a:tabLst/>
            </a:pP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Bhat, N. M. (2021) </a:t>
            </a:r>
            <a:r>
              <a:rPr kumimoji="0" lang="en-US" altLang="en-US" sz="800" b="0" i="1" u="none" strike="noStrike" cap="none" normalizeH="0" baseline="0" dirty="0">
                <a:ln>
                  <a:noFill/>
                </a:ln>
                <a:solidFill>
                  <a:schemeClr val="tx2">
                    <a:lumMod val="75000"/>
                  </a:schemeClr>
                </a:solidFill>
                <a:effectLst/>
                <a:latin typeface="Alegreya Sans Medium" panose="020B0604020202020204" charset="0"/>
              </a:rPr>
              <a:t>pyttsx3 – Text-to-Speech x-platform (v2.6) documentation</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[online] Available at: </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hlinkClick r:id="rId14">
                  <a:extLst>
                    <a:ext uri="{A12FA001-AC4F-418D-AE19-62706E023703}">
                      <ahyp:hlinkClr xmlns:ahyp="http://schemas.microsoft.com/office/drawing/2018/hyperlinkcolor" val="tx"/>
                    </a:ext>
                  </a:extLst>
                </a:hlinkClick>
              </a:rPr>
              <a:t>https://pyttsx3.readthedocs.io/</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[Accessed 7 Nov 2025].</a:t>
            </a:r>
          </a:p>
          <a:p>
            <a:pPr marR="0" lvl="0" algn="l" defTabSz="914400" rtl="0" eaLnBrk="0" fontAlgn="base" latinLnBrk="0" hangingPunct="0">
              <a:lnSpc>
                <a:spcPct val="100000"/>
              </a:lnSpc>
              <a:spcBef>
                <a:spcPts val="500"/>
              </a:spcBef>
              <a:spcAft>
                <a:spcPct val="0"/>
              </a:spcAft>
              <a:buClrTx/>
              <a:buSzTx/>
              <a:tabLst/>
            </a:pP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Coqui-AI. (2024) </a:t>
            </a:r>
            <a:r>
              <a:rPr kumimoji="0" lang="en-US" altLang="en-US" sz="800" b="0" i="1" u="none" strike="noStrike" cap="none" normalizeH="0" baseline="0" dirty="0">
                <a:ln>
                  <a:noFill/>
                </a:ln>
                <a:solidFill>
                  <a:schemeClr val="tx2">
                    <a:lumMod val="75000"/>
                  </a:schemeClr>
                </a:solidFill>
                <a:effectLst/>
                <a:latin typeface="Alegreya Sans Medium" panose="020B0604020202020204" charset="0"/>
              </a:rPr>
              <a:t>Coqui TTS: Library for advanced Text-to-Speech generation</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[online] Available at: </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hlinkClick r:id="rId15">
                  <a:extLst>
                    <a:ext uri="{A12FA001-AC4F-418D-AE19-62706E023703}">
                      <ahyp:hlinkClr xmlns:ahyp="http://schemas.microsoft.com/office/drawing/2018/hyperlinkcolor" val="tx"/>
                    </a:ext>
                  </a:extLst>
                </a:hlinkClick>
              </a:rPr>
              <a:t>https://pypi.org/project/coqui-tts/</a:t>
            </a:r>
            <a:r>
              <a:rPr kumimoji="0" lang="en-US" altLang="en-US" sz="800" b="0" i="0" u="none" strike="noStrike" cap="none" normalizeH="0" baseline="0" dirty="0">
                <a:ln>
                  <a:noFill/>
                </a:ln>
                <a:solidFill>
                  <a:schemeClr val="tx2">
                    <a:lumMod val="75000"/>
                  </a:schemeClr>
                </a:solidFill>
                <a:effectLst/>
                <a:latin typeface="Alegreya Sans Medium" panose="020B0604020202020204" charset="0"/>
              </a:rPr>
              <a:t> [Accessed 7 Nov 2025].</a:t>
            </a:r>
          </a:p>
        </p:txBody>
      </p:sp>
      <p:pic>
        <p:nvPicPr>
          <p:cNvPr id="18" name="Picture 17">
            <a:extLst>
              <a:ext uri="{FF2B5EF4-FFF2-40B4-BE49-F238E27FC236}">
                <a16:creationId xmlns:a16="http://schemas.microsoft.com/office/drawing/2014/main" id="{87A34D52-2BBD-0D2C-ADF9-686E7BC88C6E}"/>
              </a:ext>
            </a:extLst>
          </p:cNvPr>
          <p:cNvPicPr>
            <a:picLocks noChangeAspect="1"/>
          </p:cNvPicPr>
          <p:nvPr/>
        </p:nvPicPr>
        <p:blipFill>
          <a:blip r:embed="rId16"/>
          <a:stretch>
            <a:fillRect/>
          </a:stretch>
        </p:blipFill>
        <p:spPr>
          <a:xfrm rot="20688960">
            <a:off x="184183" y="1367752"/>
            <a:ext cx="696462" cy="689005"/>
          </a:xfrm>
          <a:prstGeom prst="rect">
            <a:avLst/>
          </a:prstGeom>
        </p:spPr>
      </p:pic>
      <p:sp>
        <p:nvSpPr>
          <p:cNvPr id="20" name="TextBox 19">
            <a:extLst>
              <a:ext uri="{FF2B5EF4-FFF2-40B4-BE49-F238E27FC236}">
                <a16:creationId xmlns:a16="http://schemas.microsoft.com/office/drawing/2014/main" id="{0BB3AAD6-AED9-DDDD-DA51-E7C1B664EE50}"/>
              </a:ext>
            </a:extLst>
          </p:cNvPr>
          <p:cNvSpPr txBox="1"/>
          <p:nvPr/>
        </p:nvSpPr>
        <p:spPr>
          <a:xfrm>
            <a:off x="7044513" y="4459815"/>
            <a:ext cx="1630800" cy="215444"/>
          </a:xfrm>
          <a:prstGeom prst="rect">
            <a:avLst/>
          </a:prstGeom>
          <a:solidFill>
            <a:schemeClr val="tx1">
              <a:lumMod val="20000"/>
              <a:lumOff val="80000"/>
            </a:schemeClr>
          </a:solidFill>
          <a:effectLst>
            <a:softEdge rad="38100"/>
          </a:effectLst>
        </p:spPr>
        <p:txBody>
          <a:bodyPr wrap="square" rtlCol="0">
            <a:spAutoFit/>
          </a:bodyPr>
          <a:lstStyle/>
          <a:p>
            <a:pPr algn="ctr"/>
            <a:r>
              <a:rPr lang="en-US" sz="800" i="1" dirty="0">
                <a:solidFill>
                  <a:schemeClr val="accent1">
                    <a:lumMod val="75000"/>
                  </a:schemeClr>
                </a:solidFill>
                <a:latin typeface="Alegreya Sans Medium" panose="020B0604020202020204" charset="0"/>
              </a:rPr>
              <a:t>Icon: </a:t>
            </a:r>
            <a:r>
              <a:rPr lang="en-US" sz="800" i="1" dirty="0">
                <a:solidFill>
                  <a:schemeClr val="accent1">
                    <a:lumMod val="75000"/>
                  </a:schemeClr>
                </a:solidFill>
                <a:latin typeface="Alegreya Sans Medium" panose="020B0604020202020204" charset="0"/>
                <a:hlinkClick r:id="rId17"/>
              </a:rPr>
              <a:t>www.freepik.com</a:t>
            </a:r>
            <a:r>
              <a:rPr lang="en-US" sz="800" i="1" dirty="0">
                <a:solidFill>
                  <a:schemeClr val="accent1">
                    <a:lumMod val="75000"/>
                  </a:schemeClr>
                </a:solidFill>
                <a:latin typeface="Alegreya Sans Medium" panose="020B0604020202020204" charset="0"/>
              </a:rPr>
              <a:t> (free license</a:t>
            </a:r>
            <a:r>
              <a:rPr lang="en-US" sz="800" dirty="0">
                <a:solidFill>
                  <a:schemeClr val="accent1">
                    <a:lumMod val="75000"/>
                  </a:schemeClr>
                </a:solidFill>
                <a:latin typeface="Alegreya Sans Medium" panose="020B060402020202020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nodeType="withEffect">
                                  <p:stCondLst>
                                    <p:cond delay="50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par>
                          <p:cTn id="11" fill="hold">
                            <p:stCondLst>
                              <p:cond delay="1000"/>
                            </p:stCondLst>
                            <p:childTnLst>
                              <p:par>
                                <p:cTn id="12" presetID="42" presetClass="entr" presetSubtype="0" fill="hold" nodeType="afterEffect">
                                  <p:stCondLst>
                                    <p:cond delay="0"/>
                                  </p:stCondLst>
                                  <p:childTnLst>
                                    <p:set>
                                      <p:cBhvr>
                                        <p:cTn id="13" dur="1" fill="hold">
                                          <p:stCondLst>
                                            <p:cond delay="0"/>
                                          </p:stCondLst>
                                        </p:cTn>
                                        <p:tgtEl>
                                          <p:spTgt spid="17">
                                            <p:txEl>
                                              <p:pRg st="0" end="0"/>
                                            </p:txEl>
                                          </p:spTgt>
                                        </p:tgtEl>
                                        <p:attrNameLst>
                                          <p:attrName>style.visibility</p:attrName>
                                        </p:attrNameLst>
                                      </p:cBhvr>
                                      <p:to>
                                        <p:strVal val="visible"/>
                                      </p:to>
                                    </p:set>
                                    <p:animEffect transition="in" filter="fade">
                                      <p:cBhvr>
                                        <p:cTn id="14" dur="1000"/>
                                        <p:tgtEl>
                                          <p:spTgt spid="17">
                                            <p:txEl>
                                              <p:pRg st="0" end="0"/>
                                            </p:txEl>
                                          </p:spTgt>
                                        </p:tgtEl>
                                      </p:cBhvr>
                                    </p:animEffect>
                                    <p:anim calcmode="lin" valueType="num">
                                      <p:cBhvr>
                                        <p:cTn id="15"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250"/>
                                  </p:stCondLst>
                                  <p:childTnLst>
                                    <p:set>
                                      <p:cBhvr>
                                        <p:cTn id="18" dur="1" fill="hold">
                                          <p:stCondLst>
                                            <p:cond delay="0"/>
                                          </p:stCondLst>
                                        </p:cTn>
                                        <p:tgtEl>
                                          <p:spTgt spid="17">
                                            <p:txEl>
                                              <p:pRg st="1" end="1"/>
                                            </p:txEl>
                                          </p:spTgt>
                                        </p:tgtEl>
                                        <p:attrNameLst>
                                          <p:attrName>style.visibility</p:attrName>
                                        </p:attrNameLst>
                                      </p:cBhvr>
                                      <p:to>
                                        <p:strVal val="visible"/>
                                      </p:to>
                                    </p:set>
                                    <p:animEffect transition="in" filter="fade">
                                      <p:cBhvr>
                                        <p:cTn id="19" dur="1000"/>
                                        <p:tgtEl>
                                          <p:spTgt spid="17">
                                            <p:txEl>
                                              <p:pRg st="1" end="1"/>
                                            </p:txEl>
                                          </p:spTgt>
                                        </p:tgtEl>
                                      </p:cBhvr>
                                    </p:animEffect>
                                    <p:anim calcmode="lin" valueType="num">
                                      <p:cBhvr>
                                        <p:cTn id="20"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1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500"/>
                                  </p:stCondLst>
                                  <p:childTnLst>
                                    <p:set>
                                      <p:cBhvr>
                                        <p:cTn id="23" dur="1" fill="hold">
                                          <p:stCondLst>
                                            <p:cond delay="0"/>
                                          </p:stCondLst>
                                        </p:cTn>
                                        <p:tgtEl>
                                          <p:spTgt spid="17">
                                            <p:txEl>
                                              <p:pRg st="2" end="2"/>
                                            </p:txEl>
                                          </p:spTgt>
                                        </p:tgtEl>
                                        <p:attrNameLst>
                                          <p:attrName>style.visibility</p:attrName>
                                        </p:attrNameLst>
                                      </p:cBhvr>
                                      <p:to>
                                        <p:strVal val="visible"/>
                                      </p:to>
                                    </p:set>
                                    <p:animEffect transition="in" filter="fade">
                                      <p:cBhvr>
                                        <p:cTn id="24" dur="1000"/>
                                        <p:tgtEl>
                                          <p:spTgt spid="17">
                                            <p:txEl>
                                              <p:pRg st="2" end="2"/>
                                            </p:txEl>
                                          </p:spTgt>
                                        </p:tgtEl>
                                      </p:cBhvr>
                                    </p:animEffect>
                                    <p:anim calcmode="lin" valueType="num">
                                      <p:cBhvr>
                                        <p:cTn id="25"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1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750"/>
                                  </p:stCondLst>
                                  <p:childTnLst>
                                    <p:set>
                                      <p:cBhvr>
                                        <p:cTn id="28" dur="1" fill="hold">
                                          <p:stCondLst>
                                            <p:cond delay="0"/>
                                          </p:stCondLst>
                                        </p:cTn>
                                        <p:tgtEl>
                                          <p:spTgt spid="17">
                                            <p:txEl>
                                              <p:pRg st="3" end="3"/>
                                            </p:txEl>
                                          </p:spTgt>
                                        </p:tgtEl>
                                        <p:attrNameLst>
                                          <p:attrName>style.visibility</p:attrName>
                                        </p:attrNameLst>
                                      </p:cBhvr>
                                      <p:to>
                                        <p:strVal val="visible"/>
                                      </p:to>
                                    </p:set>
                                    <p:animEffect transition="in" filter="fade">
                                      <p:cBhvr>
                                        <p:cTn id="29" dur="1000"/>
                                        <p:tgtEl>
                                          <p:spTgt spid="17">
                                            <p:txEl>
                                              <p:pRg st="3" end="3"/>
                                            </p:txEl>
                                          </p:spTgt>
                                        </p:tgtEl>
                                      </p:cBhvr>
                                    </p:animEffect>
                                    <p:anim calcmode="lin" valueType="num">
                                      <p:cBhvr>
                                        <p:cTn id="30" dur="1000" fill="hold"/>
                                        <p:tgtEl>
                                          <p:spTgt spid="1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1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1000"/>
                                  </p:stCondLst>
                                  <p:childTnLst>
                                    <p:set>
                                      <p:cBhvr>
                                        <p:cTn id="33" dur="1" fill="hold">
                                          <p:stCondLst>
                                            <p:cond delay="0"/>
                                          </p:stCondLst>
                                        </p:cTn>
                                        <p:tgtEl>
                                          <p:spTgt spid="17">
                                            <p:txEl>
                                              <p:pRg st="4" end="4"/>
                                            </p:txEl>
                                          </p:spTgt>
                                        </p:tgtEl>
                                        <p:attrNameLst>
                                          <p:attrName>style.visibility</p:attrName>
                                        </p:attrNameLst>
                                      </p:cBhvr>
                                      <p:to>
                                        <p:strVal val="visible"/>
                                      </p:to>
                                    </p:set>
                                    <p:animEffect transition="in" filter="fade">
                                      <p:cBhvr>
                                        <p:cTn id="34" dur="1000"/>
                                        <p:tgtEl>
                                          <p:spTgt spid="17">
                                            <p:txEl>
                                              <p:pRg st="4" end="4"/>
                                            </p:txEl>
                                          </p:spTgt>
                                        </p:tgtEl>
                                      </p:cBhvr>
                                    </p:animEffect>
                                    <p:anim calcmode="lin" valueType="num">
                                      <p:cBhvr>
                                        <p:cTn id="35" dur="1000" fill="hold"/>
                                        <p:tgtEl>
                                          <p:spTgt spid="1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1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1250"/>
                                  </p:stCondLst>
                                  <p:childTnLst>
                                    <p:set>
                                      <p:cBhvr>
                                        <p:cTn id="38" dur="1" fill="hold">
                                          <p:stCondLst>
                                            <p:cond delay="0"/>
                                          </p:stCondLst>
                                        </p:cTn>
                                        <p:tgtEl>
                                          <p:spTgt spid="17">
                                            <p:txEl>
                                              <p:pRg st="5" end="5"/>
                                            </p:txEl>
                                          </p:spTgt>
                                        </p:tgtEl>
                                        <p:attrNameLst>
                                          <p:attrName>style.visibility</p:attrName>
                                        </p:attrNameLst>
                                      </p:cBhvr>
                                      <p:to>
                                        <p:strVal val="visible"/>
                                      </p:to>
                                    </p:set>
                                    <p:animEffect transition="in" filter="fade">
                                      <p:cBhvr>
                                        <p:cTn id="39" dur="1000"/>
                                        <p:tgtEl>
                                          <p:spTgt spid="17">
                                            <p:txEl>
                                              <p:pRg st="5" end="5"/>
                                            </p:txEl>
                                          </p:spTgt>
                                        </p:tgtEl>
                                      </p:cBhvr>
                                    </p:animEffect>
                                    <p:anim calcmode="lin" valueType="num">
                                      <p:cBhvr>
                                        <p:cTn id="40" dur="1000" fill="hold"/>
                                        <p:tgtEl>
                                          <p:spTgt spid="1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17">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1500"/>
                                  </p:stCondLst>
                                  <p:childTnLst>
                                    <p:set>
                                      <p:cBhvr>
                                        <p:cTn id="43" dur="1" fill="hold">
                                          <p:stCondLst>
                                            <p:cond delay="0"/>
                                          </p:stCondLst>
                                        </p:cTn>
                                        <p:tgtEl>
                                          <p:spTgt spid="17">
                                            <p:txEl>
                                              <p:pRg st="6" end="6"/>
                                            </p:txEl>
                                          </p:spTgt>
                                        </p:tgtEl>
                                        <p:attrNameLst>
                                          <p:attrName>style.visibility</p:attrName>
                                        </p:attrNameLst>
                                      </p:cBhvr>
                                      <p:to>
                                        <p:strVal val="visible"/>
                                      </p:to>
                                    </p:set>
                                    <p:animEffect transition="in" filter="fade">
                                      <p:cBhvr>
                                        <p:cTn id="44" dur="1000"/>
                                        <p:tgtEl>
                                          <p:spTgt spid="17">
                                            <p:txEl>
                                              <p:pRg st="6" end="6"/>
                                            </p:txEl>
                                          </p:spTgt>
                                        </p:tgtEl>
                                      </p:cBhvr>
                                    </p:animEffect>
                                    <p:anim calcmode="lin" valueType="num">
                                      <p:cBhvr>
                                        <p:cTn id="45" dur="1000" fill="hold"/>
                                        <p:tgtEl>
                                          <p:spTgt spid="17">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17">
                                            <p:txEl>
                                              <p:pRg st="6" end="6"/>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1750"/>
                                  </p:stCondLst>
                                  <p:childTnLst>
                                    <p:set>
                                      <p:cBhvr>
                                        <p:cTn id="48" dur="1" fill="hold">
                                          <p:stCondLst>
                                            <p:cond delay="0"/>
                                          </p:stCondLst>
                                        </p:cTn>
                                        <p:tgtEl>
                                          <p:spTgt spid="17">
                                            <p:txEl>
                                              <p:pRg st="7" end="7"/>
                                            </p:txEl>
                                          </p:spTgt>
                                        </p:tgtEl>
                                        <p:attrNameLst>
                                          <p:attrName>style.visibility</p:attrName>
                                        </p:attrNameLst>
                                      </p:cBhvr>
                                      <p:to>
                                        <p:strVal val="visible"/>
                                      </p:to>
                                    </p:set>
                                    <p:animEffect transition="in" filter="fade">
                                      <p:cBhvr>
                                        <p:cTn id="49" dur="1000"/>
                                        <p:tgtEl>
                                          <p:spTgt spid="17">
                                            <p:txEl>
                                              <p:pRg st="7" end="7"/>
                                            </p:txEl>
                                          </p:spTgt>
                                        </p:tgtEl>
                                      </p:cBhvr>
                                    </p:animEffect>
                                    <p:anim calcmode="lin" valueType="num">
                                      <p:cBhvr>
                                        <p:cTn id="50" dur="1000" fill="hold"/>
                                        <p:tgtEl>
                                          <p:spTgt spid="17">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17">
                                            <p:txEl>
                                              <p:pRg st="7" end="7"/>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2000"/>
                                  </p:stCondLst>
                                  <p:childTnLst>
                                    <p:set>
                                      <p:cBhvr>
                                        <p:cTn id="53" dur="1" fill="hold">
                                          <p:stCondLst>
                                            <p:cond delay="0"/>
                                          </p:stCondLst>
                                        </p:cTn>
                                        <p:tgtEl>
                                          <p:spTgt spid="17">
                                            <p:txEl>
                                              <p:pRg st="8" end="8"/>
                                            </p:txEl>
                                          </p:spTgt>
                                        </p:tgtEl>
                                        <p:attrNameLst>
                                          <p:attrName>style.visibility</p:attrName>
                                        </p:attrNameLst>
                                      </p:cBhvr>
                                      <p:to>
                                        <p:strVal val="visible"/>
                                      </p:to>
                                    </p:set>
                                    <p:animEffect transition="in" filter="fade">
                                      <p:cBhvr>
                                        <p:cTn id="54" dur="1000"/>
                                        <p:tgtEl>
                                          <p:spTgt spid="17">
                                            <p:txEl>
                                              <p:pRg st="8" end="8"/>
                                            </p:txEl>
                                          </p:spTgt>
                                        </p:tgtEl>
                                      </p:cBhvr>
                                    </p:animEffect>
                                    <p:anim calcmode="lin" valueType="num">
                                      <p:cBhvr>
                                        <p:cTn id="55" dur="1000" fill="hold"/>
                                        <p:tgtEl>
                                          <p:spTgt spid="17">
                                            <p:txEl>
                                              <p:pRg st="8" end="8"/>
                                            </p:txEl>
                                          </p:spTgt>
                                        </p:tgtEl>
                                        <p:attrNameLst>
                                          <p:attrName>ppt_x</p:attrName>
                                        </p:attrNameLst>
                                      </p:cBhvr>
                                      <p:tavLst>
                                        <p:tav tm="0">
                                          <p:val>
                                            <p:strVal val="#ppt_x"/>
                                          </p:val>
                                        </p:tav>
                                        <p:tav tm="100000">
                                          <p:val>
                                            <p:strVal val="#ppt_x"/>
                                          </p:val>
                                        </p:tav>
                                      </p:tavLst>
                                    </p:anim>
                                    <p:anim calcmode="lin" valueType="num">
                                      <p:cBhvr>
                                        <p:cTn id="56" dur="1000" fill="hold"/>
                                        <p:tgtEl>
                                          <p:spTgt spid="17">
                                            <p:txEl>
                                              <p:pRg st="8" end="8"/>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2250"/>
                                  </p:stCondLst>
                                  <p:childTnLst>
                                    <p:set>
                                      <p:cBhvr>
                                        <p:cTn id="58" dur="1" fill="hold">
                                          <p:stCondLst>
                                            <p:cond delay="0"/>
                                          </p:stCondLst>
                                        </p:cTn>
                                        <p:tgtEl>
                                          <p:spTgt spid="17">
                                            <p:txEl>
                                              <p:pRg st="9" end="9"/>
                                            </p:txEl>
                                          </p:spTgt>
                                        </p:tgtEl>
                                        <p:attrNameLst>
                                          <p:attrName>style.visibility</p:attrName>
                                        </p:attrNameLst>
                                      </p:cBhvr>
                                      <p:to>
                                        <p:strVal val="visible"/>
                                      </p:to>
                                    </p:set>
                                    <p:animEffect transition="in" filter="fade">
                                      <p:cBhvr>
                                        <p:cTn id="59" dur="1000"/>
                                        <p:tgtEl>
                                          <p:spTgt spid="17">
                                            <p:txEl>
                                              <p:pRg st="9" end="9"/>
                                            </p:txEl>
                                          </p:spTgt>
                                        </p:tgtEl>
                                      </p:cBhvr>
                                    </p:animEffect>
                                    <p:anim calcmode="lin" valueType="num">
                                      <p:cBhvr>
                                        <p:cTn id="60" dur="1000" fill="hold"/>
                                        <p:tgtEl>
                                          <p:spTgt spid="17">
                                            <p:txEl>
                                              <p:pRg st="9" end="9"/>
                                            </p:txEl>
                                          </p:spTgt>
                                        </p:tgtEl>
                                        <p:attrNameLst>
                                          <p:attrName>ppt_x</p:attrName>
                                        </p:attrNameLst>
                                      </p:cBhvr>
                                      <p:tavLst>
                                        <p:tav tm="0">
                                          <p:val>
                                            <p:strVal val="#ppt_x"/>
                                          </p:val>
                                        </p:tav>
                                        <p:tav tm="100000">
                                          <p:val>
                                            <p:strVal val="#ppt_x"/>
                                          </p:val>
                                        </p:tav>
                                      </p:tavLst>
                                    </p:anim>
                                    <p:anim calcmode="lin" valueType="num">
                                      <p:cBhvr>
                                        <p:cTn id="61" dur="1000" fill="hold"/>
                                        <p:tgtEl>
                                          <p:spTgt spid="17">
                                            <p:txEl>
                                              <p:pRg st="9" end="9"/>
                                            </p:txEl>
                                          </p:spTgt>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2500"/>
                                  </p:stCondLst>
                                  <p:childTnLst>
                                    <p:set>
                                      <p:cBhvr>
                                        <p:cTn id="63" dur="1" fill="hold">
                                          <p:stCondLst>
                                            <p:cond delay="0"/>
                                          </p:stCondLst>
                                        </p:cTn>
                                        <p:tgtEl>
                                          <p:spTgt spid="17">
                                            <p:txEl>
                                              <p:pRg st="10" end="10"/>
                                            </p:txEl>
                                          </p:spTgt>
                                        </p:tgtEl>
                                        <p:attrNameLst>
                                          <p:attrName>style.visibility</p:attrName>
                                        </p:attrNameLst>
                                      </p:cBhvr>
                                      <p:to>
                                        <p:strVal val="visible"/>
                                      </p:to>
                                    </p:set>
                                    <p:animEffect transition="in" filter="fade">
                                      <p:cBhvr>
                                        <p:cTn id="64" dur="1000"/>
                                        <p:tgtEl>
                                          <p:spTgt spid="17">
                                            <p:txEl>
                                              <p:pRg st="10" end="10"/>
                                            </p:txEl>
                                          </p:spTgt>
                                        </p:tgtEl>
                                      </p:cBhvr>
                                    </p:animEffect>
                                    <p:anim calcmode="lin" valueType="num">
                                      <p:cBhvr>
                                        <p:cTn id="65" dur="1000" fill="hold"/>
                                        <p:tgtEl>
                                          <p:spTgt spid="17">
                                            <p:txEl>
                                              <p:pRg st="10" end="10"/>
                                            </p:txEl>
                                          </p:spTgt>
                                        </p:tgtEl>
                                        <p:attrNameLst>
                                          <p:attrName>ppt_x</p:attrName>
                                        </p:attrNameLst>
                                      </p:cBhvr>
                                      <p:tavLst>
                                        <p:tav tm="0">
                                          <p:val>
                                            <p:strVal val="#ppt_x"/>
                                          </p:val>
                                        </p:tav>
                                        <p:tav tm="100000">
                                          <p:val>
                                            <p:strVal val="#ppt_x"/>
                                          </p:val>
                                        </p:tav>
                                      </p:tavLst>
                                    </p:anim>
                                    <p:anim calcmode="lin" valueType="num">
                                      <p:cBhvr>
                                        <p:cTn id="66" dur="1000" fill="hold"/>
                                        <p:tgtEl>
                                          <p:spTgt spid="17">
                                            <p:txEl>
                                              <p:pRg st="10" end="10"/>
                                            </p:txEl>
                                          </p:spTgt>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2750"/>
                                  </p:stCondLst>
                                  <p:childTnLst>
                                    <p:set>
                                      <p:cBhvr>
                                        <p:cTn id="68" dur="1" fill="hold">
                                          <p:stCondLst>
                                            <p:cond delay="0"/>
                                          </p:stCondLst>
                                        </p:cTn>
                                        <p:tgtEl>
                                          <p:spTgt spid="17">
                                            <p:txEl>
                                              <p:pRg st="11" end="11"/>
                                            </p:txEl>
                                          </p:spTgt>
                                        </p:tgtEl>
                                        <p:attrNameLst>
                                          <p:attrName>style.visibility</p:attrName>
                                        </p:attrNameLst>
                                      </p:cBhvr>
                                      <p:to>
                                        <p:strVal val="visible"/>
                                      </p:to>
                                    </p:set>
                                    <p:animEffect transition="in" filter="fade">
                                      <p:cBhvr>
                                        <p:cTn id="69" dur="1000"/>
                                        <p:tgtEl>
                                          <p:spTgt spid="17">
                                            <p:txEl>
                                              <p:pRg st="11" end="11"/>
                                            </p:txEl>
                                          </p:spTgt>
                                        </p:tgtEl>
                                      </p:cBhvr>
                                    </p:animEffect>
                                    <p:anim calcmode="lin" valueType="num">
                                      <p:cBhvr>
                                        <p:cTn id="70" dur="1000" fill="hold"/>
                                        <p:tgtEl>
                                          <p:spTgt spid="17">
                                            <p:txEl>
                                              <p:pRg st="11" end="11"/>
                                            </p:txEl>
                                          </p:spTgt>
                                        </p:tgtEl>
                                        <p:attrNameLst>
                                          <p:attrName>ppt_x</p:attrName>
                                        </p:attrNameLst>
                                      </p:cBhvr>
                                      <p:tavLst>
                                        <p:tav tm="0">
                                          <p:val>
                                            <p:strVal val="#ppt_x"/>
                                          </p:val>
                                        </p:tav>
                                        <p:tav tm="100000">
                                          <p:val>
                                            <p:strVal val="#ppt_x"/>
                                          </p:val>
                                        </p:tav>
                                      </p:tavLst>
                                    </p:anim>
                                    <p:anim calcmode="lin" valueType="num">
                                      <p:cBhvr>
                                        <p:cTn id="71" dur="1000" fill="hold"/>
                                        <p:tgtEl>
                                          <p:spTgt spid="17">
                                            <p:txEl>
                                              <p:pRg st="11" end="11"/>
                                            </p:txEl>
                                          </p:spTgt>
                                        </p:tgtEl>
                                        <p:attrNameLst>
                                          <p:attrName>ppt_y</p:attrName>
                                        </p:attrNameLst>
                                      </p:cBhvr>
                                      <p:tavLst>
                                        <p:tav tm="0">
                                          <p:val>
                                            <p:strVal val="#ppt_y+.1"/>
                                          </p:val>
                                        </p:tav>
                                        <p:tav tm="100000">
                                          <p:val>
                                            <p:strVal val="#ppt_y"/>
                                          </p:val>
                                        </p:tav>
                                      </p:tavLst>
                                    </p:anim>
                                  </p:childTnLst>
                                </p:cTn>
                              </p:par>
                              <p:par>
                                <p:cTn id="72" presetID="42" presetClass="entr" presetSubtype="0" fill="hold" nodeType="withEffect">
                                  <p:stCondLst>
                                    <p:cond delay="3000"/>
                                  </p:stCondLst>
                                  <p:childTnLst>
                                    <p:set>
                                      <p:cBhvr>
                                        <p:cTn id="73" dur="1" fill="hold">
                                          <p:stCondLst>
                                            <p:cond delay="0"/>
                                          </p:stCondLst>
                                        </p:cTn>
                                        <p:tgtEl>
                                          <p:spTgt spid="17">
                                            <p:txEl>
                                              <p:pRg st="12" end="12"/>
                                            </p:txEl>
                                          </p:spTgt>
                                        </p:tgtEl>
                                        <p:attrNameLst>
                                          <p:attrName>style.visibility</p:attrName>
                                        </p:attrNameLst>
                                      </p:cBhvr>
                                      <p:to>
                                        <p:strVal val="visible"/>
                                      </p:to>
                                    </p:set>
                                    <p:animEffect transition="in" filter="fade">
                                      <p:cBhvr>
                                        <p:cTn id="74" dur="1000"/>
                                        <p:tgtEl>
                                          <p:spTgt spid="17">
                                            <p:txEl>
                                              <p:pRg st="12" end="12"/>
                                            </p:txEl>
                                          </p:spTgt>
                                        </p:tgtEl>
                                      </p:cBhvr>
                                    </p:animEffect>
                                    <p:anim calcmode="lin" valueType="num">
                                      <p:cBhvr>
                                        <p:cTn id="75" dur="1000" fill="hold"/>
                                        <p:tgtEl>
                                          <p:spTgt spid="17">
                                            <p:txEl>
                                              <p:pRg st="12" end="12"/>
                                            </p:txEl>
                                          </p:spTgt>
                                        </p:tgtEl>
                                        <p:attrNameLst>
                                          <p:attrName>ppt_x</p:attrName>
                                        </p:attrNameLst>
                                      </p:cBhvr>
                                      <p:tavLst>
                                        <p:tav tm="0">
                                          <p:val>
                                            <p:strVal val="#ppt_x"/>
                                          </p:val>
                                        </p:tav>
                                        <p:tav tm="100000">
                                          <p:val>
                                            <p:strVal val="#ppt_x"/>
                                          </p:val>
                                        </p:tav>
                                      </p:tavLst>
                                    </p:anim>
                                    <p:anim calcmode="lin" valueType="num">
                                      <p:cBhvr>
                                        <p:cTn id="76" dur="1000" fill="hold"/>
                                        <p:tgtEl>
                                          <p:spTgt spid="17">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theme/theme1.xml><?xml version="1.0" encoding="utf-8"?>
<a:theme xmlns:a="http://schemas.openxmlformats.org/drawingml/2006/main" name="Clean Aesthetic Company Profile by Slidesgo">
  <a:themeElements>
    <a:clrScheme name="Simple Light">
      <a:dk1>
        <a:srgbClr val="4A3C30"/>
      </a:dk1>
      <a:lt1>
        <a:srgbClr val="F6F3EC"/>
      </a:lt1>
      <a:dk2>
        <a:srgbClr val="E9D9C8"/>
      </a:dk2>
      <a:lt2>
        <a:srgbClr val="9D6F4D"/>
      </a:lt2>
      <a:accent1>
        <a:srgbClr val="967860"/>
      </a:accent1>
      <a:accent2>
        <a:srgbClr val="9F9685"/>
      </a:accent2>
      <a:accent3>
        <a:srgbClr val="FFFFFF"/>
      </a:accent3>
      <a:accent4>
        <a:srgbClr val="FFFFFF"/>
      </a:accent4>
      <a:accent5>
        <a:srgbClr val="FFFFFF"/>
      </a:accent5>
      <a:accent6>
        <a:srgbClr val="FFFFFF"/>
      </a:accent6>
      <a:hlink>
        <a:srgbClr val="20212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799</TotalTime>
  <Words>1795</Words>
  <Application>Microsoft Office PowerPoint</Application>
  <PresentationFormat>On-screen Show (16:9)</PresentationFormat>
  <Paragraphs>154</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Alegreya Sans</vt:lpstr>
      <vt:lpstr>Arial</vt:lpstr>
      <vt:lpstr>Nunito Light</vt:lpstr>
      <vt:lpstr>EB Garamond</vt:lpstr>
      <vt:lpstr>Alegreya Sans Medium</vt:lpstr>
      <vt:lpstr>EB Garamond SemiBold</vt:lpstr>
      <vt:lpstr>Clean Aesthetic Company Profile by Slidesgo</vt:lpstr>
      <vt:lpstr>AI-Assisted Therapeutic Insight Extraction</vt:lpstr>
      <vt:lpstr>Motivation</vt:lpstr>
      <vt:lpstr>PowerPoint Presentation</vt:lpstr>
      <vt:lpstr>MedGemma (Google Research, 2025)</vt:lpstr>
      <vt:lpstr>Project Idea and Features</vt:lpstr>
      <vt:lpstr>Technical Implementation</vt:lpstr>
      <vt:lpstr>Evaluation Plan</vt:lpstr>
      <vt:lpstr>Less time reading, more time understanding</vt:lpstr>
      <vt:lpstr>Visual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Carli Venter</cp:lastModifiedBy>
  <cp:revision>2</cp:revision>
  <dcterms:modified xsi:type="dcterms:W3CDTF">2025-11-09T08:26:39Z</dcterms:modified>
</cp:coreProperties>
</file>